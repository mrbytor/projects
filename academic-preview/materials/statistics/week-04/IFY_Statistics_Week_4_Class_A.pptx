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Default Extension="xlsx" ContentType="application/vnd.openxmlformats-officedocument.spreadsheetml.sheet"/>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week4_update/ppt/slides/charts/chart1.xml" ContentType="application/vnd.openxmlformats-officedocument.drawingml.chart+xml"/>
  <Override PartName="/ppt/week4_update/ppt/slides/charts/chart2.xml" ContentType="application/vnd.openxmlformats-officedocument.drawingml.chart+xml"/>
</Types>
</file>

<file path=_rels/.rels>&#65279;<?xml version="1.0" encoding="utf-8"?><Relationships xmlns="http://schemas.openxmlformats.org/package/2006/relationships"><Relationship Type="http://schemas.openxmlformats.org/package/2006/relationships/metadata/core-properties" Target="/docProps/core.xml" Id="R203e49b5094e48b2" /><Relationship Type="http://schemas.openxmlformats.org/officeDocument/2006/relationships/extended-properties" Target="/docProps/app.xml" Id="Rde91b39d3b94485c" /><Relationship Type="http://schemas.openxmlformats.org/officeDocument/2006/relationships/officeDocument" Target="/ppt/presentation.xml" Id="R93e25d1054974d32" /></Relationships>
</file>

<file path=ppt/presentation.xml><?xml version="1.0" encoding="utf-8"?>
<p:presentation xmlns:p="http://schemas.openxmlformats.org/presentationml/2006/main">
  <p:sldMasterIdLst>
    <p:sldMasterId xmlns:r="http://schemas.openxmlformats.org/officeDocument/2006/relationships" id="2147483648" r:id="R6c425a29fa5b459d"/>
  </p:sldMasterIdLst>
  <p:notesMasterIdLst>
    <p:notesMasterId xmlns:r="http://schemas.openxmlformats.org/officeDocument/2006/relationships" r:id="R17d2b96637f84482"/>
  </p:notesMasterIdLst>
  <p:sldIdLst>
    <p:sldId xmlns:r="http://schemas.openxmlformats.org/officeDocument/2006/relationships" id="256" r:id="Rb8b6124c0bdc442a"/>
    <p:sldId xmlns:r="http://schemas.openxmlformats.org/officeDocument/2006/relationships" id="257" r:id="R03264fe7f4cb4747"/>
    <p:sldId xmlns:r="http://schemas.openxmlformats.org/officeDocument/2006/relationships" id="258" r:id="R6dd0661de324481a"/>
    <p:sldId xmlns:r="http://schemas.openxmlformats.org/officeDocument/2006/relationships" id="259" r:id="R10a180771f83492e"/>
    <p:sldId xmlns:r="http://schemas.openxmlformats.org/officeDocument/2006/relationships" id="260" r:id="R3b961b9c2b4742ff"/>
    <p:sldId xmlns:r="http://schemas.openxmlformats.org/officeDocument/2006/relationships" id="261" r:id="R005d1ceeea8b4b0b"/>
    <p:sldId xmlns:r="http://schemas.openxmlformats.org/officeDocument/2006/relationships" id="262" r:id="R29dd4a32d0904570"/>
    <p:sldId xmlns:r="http://schemas.openxmlformats.org/officeDocument/2006/relationships" id="263" r:id="Rb4655dd7c6c0408e"/>
    <p:sldId xmlns:r="http://schemas.openxmlformats.org/officeDocument/2006/relationships" id="264" r:id="R2cf535d4188b49f1"/>
    <p:sldId xmlns:r="http://schemas.openxmlformats.org/officeDocument/2006/relationships" id="265" r:id="Rccd1ced94fc649f5"/>
    <p:sldId xmlns:r="http://schemas.openxmlformats.org/officeDocument/2006/relationships" id="266" r:id="R38234a9f19ac4e75"/>
    <p:sldId xmlns:r="http://schemas.openxmlformats.org/officeDocument/2006/relationships" id="267" r:id="R08f94aff83a14bef"/>
    <p:sldId xmlns:r="http://schemas.openxmlformats.org/officeDocument/2006/relationships" id="268" r:id="Ree698757f180464b"/>
    <p:sldId xmlns:r="http://schemas.openxmlformats.org/officeDocument/2006/relationships" id="269" r:id="Re5cf96488e6a4dfd"/>
    <p:sldId xmlns:r="http://schemas.openxmlformats.org/officeDocument/2006/relationships" id="270" r:id="Ra888fd594e8645a9"/>
    <p:sldId xmlns:r="http://schemas.openxmlformats.org/officeDocument/2006/relationships" id="271" r:id="R1d1c3f5da1ab435e"/>
    <p:sldId xmlns:r="http://schemas.openxmlformats.org/officeDocument/2006/relationships" id="272" r:id="R78816c2a865a4d8e"/>
    <p:sldId xmlns:r="http://schemas.openxmlformats.org/officeDocument/2006/relationships" id="273" r:id="R2a57b36cc6864bab"/>
    <p:sldId xmlns:r="http://schemas.openxmlformats.org/officeDocument/2006/relationships" id="274" r:id="R60edfd25116d4748"/>
    <p:sldId xmlns:r="http://schemas.openxmlformats.org/officeDocument/2006/relationships" id="275" r:id="R8d49dedf61364b35"/>
    <p:sldId xmlns:r="http://schemas.openxmlformats.org/officeDocument/2006/relationships" id="276" r:id="Rf5c929eb6a40494b"/>
    <p:sldId xmlns:r="http://schemas.openxmlformats.org/officeDocument/2006/relationships" id="277" r:id="Ra220c6ef7ee74660"/>
    <p:sldId xmlns:r="http://schemas.openxmlformats.org/officeDocument/2006/relationships" id="278" r:id="R4094ed8ef9d0486e"/>
    <p:sldId xmlns:r="http://schemas.openxmlformats.org/officeDocument/2006/relationships" id="279" r:id="R6c0c0c3d7ed145b5"/>
    <p:sldId xmlns:r="http://schemas.openxmlformats.org/officeDocument/2006/relationships" id="280" r:id="R8d235ea89fa94f42"/>
    <p:sldId xmlns:r="http://schemas.openxmlformats.org/officeDocument/2006/relationships" id="281" r:id="R4880117f65e94581"/>
    <p:sldId xmlns:r="http://schemas.openxmlformats.org/officeDocument/2006/relationships" id="282" r:id="Rb9b807c367454492"/>
    <p:sldId xmlns:r="http://schemas.openxmlformats.org/officeDocument/2006/relationships" id="283" r:id="Ra0401b7bbba6438e"/>
    <p:sldId xmlns:r="http://schemas.openxmlformats.org/officeDocument/2006/relationships" id="284" r:id="R9ddba2932dcd4786"/>
    <p:sldId xmlns:r="http://schemas.openxmlformats.org/officeDocument/2006/relationships" id="285" r:id="R4df1e92bc6b74a49"/>
    <p:sldId xmlns:r="http://schemas.openxmlformats.org/officeDocument/2006/relationships" id="286" r:id="R5cc47bf4fe1240d2"/>
    <p:sldId xmlns:r="http://schemas.openxmlformats.org/officeDocument/2006/relationships" id="287" r:id="Rfea6292eff534d67"/>
    <p:sldId xmlns:r="http://schemas.openxmlformats.org/officeDocument/2006/relationships" id="288" r:id="R05e1ed65ccb44ec2"/>
    <p:sldId xmlns:r="http://schemas.openxmlformats.org/officeDocument/2006/relationships" id="289" r:id="R6aa70aae83dc4461"/>
    <p:sldId xmlns:r="http://schemas.openxmlformats.org/officeDocument/2006/relationships" id="290" r:id="R6537ff50084c40bf"/>
    <p:sldId xmlns:r="http://schemas.openxmlformats.org/officeDocument/2006/relationships" id="291" r:id="Rbdc70750f5824e38"/>
    <p:sldId xmlns:r="http://schemas.openxmlformats.org/officeDocument/2006/relationships" id="292" r:id="Rfbaf09452e13471e"/>
    <p:sldId xmlns:r="http://schemas.openxmlformats.org/officeDocument/2006/relationships" id="293" r:id="R3473d082345446d7"/>
    <p:sldId xmlns:r="http://schemas.openxmlformats.org/officeDocument/2006/relationships" id="294" r:id="R9f127f550ddc4cf2"/>
    <p:sldId xmlns:r="http://schemas.openxmlformats.org/officeDocument/2006/relationships" id="295" r:id="R9cc6615d5a174c36"/>
    <p:sldId xmlns:r="http://schemas.openxmlformats.org/officeDocument/2006/relationships" id="296" r:id="R6673493479c24a9a"/>
    <p:sldId xmlns:r="http://schemas.openxmlformats.org/officeDocument/2006/relationships" id="297" r:id="Rd1433439d4de48bb"/>
    <p:sldId xmlns:r="http://schemas.openxmlformats.org/officeDocument/2006/relationships" id="298" r:id="R1828a31a736b4980"/>
    <p:sldId xmlns:r="http://schemas.openxmlformats.org/officeDocument/2006/relationships" id="299" r:id="R9e3270e7ab3b4733"/>
    <p:sldId xmlns:r="http://schemas.openxmlformats.org/officeDocument/2006/relationships" id="300" r:id="R7b4bc65476df4ea9"/>
    <p:sldId xmlns:r="http://schemas.openxmlformats.org/officeDocument/2006/relationships" id="301" r:id="R0809bdc95ea045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11b61b723f084a9d" /><Relationship Type="http://schemas.openxmlformats.org/officeDocument/2006/relationships/slideMaster" Target="/ppt/slideMasters/slideMaster1.xml" Id="R6c425a29fa5b459d" /><Relationship Type="http://schemas.openxmlformats.org/officeDocument/2006/relationships/notesMaster" Target="/ppt/notesMasters/notesMaster1.xml" Id="R17d2b96637f84482" /><Relationship Type="http://schemas.openxmlformats.org/officeDocument/2006/relationships/presProps" Target="/ppt/presProps.xml" Id="R519977631ce64d9e" /><Relationship Type="http://schemas.openxmlformats.org/officeDocument/2006/relationships/viewProps" Target="/ppt/viewProps.xml" Id="R4aeeec92507e45fd" /><Relationship Type="http://schemas.openxmlformats.org/officeDocument/2006/relationships/tableStyles" Target="/ppt/tableStyles.xml" Id="R1848e598375c40f6" /><Relationship Type="http://schemas.openxmlformats.org/officeDocument/2006/relationships/slide" Target="/ppt/slides/slide1.xml" Id="Rb8b6124c0bdc442a" /><Relationship Type="http://schemas.openxmlformats.org/officeDocument/2006/relationships/slide" Target="/ppt/slides/slide2.xml" Id="R03264fe7f4cb4747" /><Relationship Type="http://schemas.openxmlformats.org/officeDocument/2006/relationships/slide" Target="/ppt/slides/slide3.xml" Id="R6dd0661de324481a" /><Relationship Type="http://schemas.openxmlformats.org/officeDocument/2006/relationships/slide" Target="/ppt/slides/slide4.xml" Id="R10a180771f83492e" /><Relationship Type="http://schemas.openxmlformats.org/officeDocument/2006/relationships/slide" Target="/ppt/slides/slide5.xml" Id="R3b961b9c2b4742ff" /><Relationship Type="http://schemas.openxmlformats.org/officeDocument/2006/relationships/slide" Target="/ppt/slides/slide6.xml" Id="R005d1ceeea8b4b0b" /><Relationship Type="http://schemas.openxmlformats.org/officeDocument/2006/relationships/slide" Target="/ppt/slides/slide7.xml" Id="R29dd4a32d0904570" /><Relationship Type="http://schemas.openxmlformats.org/officeDocument/2006/relationships/slide" Target="/ppt/slides/slide8.xml" Id="Rb4655dd7c6c0408e" /><Relationship Type="http://schemas.openxmlformats.org/officeDocument/2006/relationships/slide" Target="/ppt/slides/slide9.xml" Id="R2cf535d4188b49f1" /><Relationship Type="http://schemas.openxmlformats.org/officeDocument/2006/relationships/slide" Target="/ppt/slides/slide10.xml" Id="Rccd1ced94fc649f5" /><Relationship Type="http://schemas.openxmlformats.org/officeDocument/2006/relationships/slide" Target="/ppt/slides/slide11.xml" Id="R38234a9f19ac4e75" /><Relationship Type="http://schemas.openxmlformats.org/officeDocument/2006/relationships/slide" Target="/ppt/slides/slide12.xml" Id="R08f94aff83a14bef" /><Relationship Type="http://schemas.openxmlformats.org/officeDocument/2006/relationships/slide" Target="/ppt/slides/slide13.xml" Id="Ree698757f180464b" /><Relationship Type="http://schemas.openxmlformats.org/officeDocument/2006/relationships/slide" Target="/ppt/slides/slide14.xml" Id="Re5cf96488e6a4dfd" /><Relationship Type="http://schemas.openxmlformats.org/officeDocument/2006/relationships/slide" Target="/ppt/slides/slide15.xml" Id="Ra888fd594e8645a9" /><Relationship Type="http://schemas.openxmlformats.org/officeDocument/2006/relationships/slide" Target="/ppt/slides/slide16.xml" Id="R1d1c3f5da1ab435e" /><Relationship Type="http://schemas.openxmlformats.org/officeDocument/2006/relationships/slide" Target="/ppt/slides/slide17.xml" Id="R78816c2a865a4d8e" /><Relationship Type="http://schemas.openxmlformats.org/officeDocument/2006/relationships/slide" Target="/ppt/slides/slide18.xml" Id="R2a57b36cc6864bab" /><Relationship Type="http://schemas.openxmlformats.org/officeDocument/2006/relationships/slide" Target="/ppt/slides/slide19.xml" Id="R60edfd25116d4748" /><Relationship Type="http://schemas.openxmlformats.org/officeDocument/2006/relationships/slide" Target="/ppt/slides/slide20.xml" Id="R8d49dedf61364b35" /><Relationship Type="http://schemas.openxmlformats.org/officeDocument/2006/relationships/slide" Target="/ppt/slides/slide21.xml" Id="Rf5c929eb6a40494b" /><Relationship Type="http://schemas.openxmlformats.org/officeDocument/2006/relationships/slide" Target="/ppt/slides/slide22.xml" Id="Ra220c6ef7ee74660" /><Relationship Type="http://schemas.openxmlformats.org/officeDocument/2006/relationships/slide" Target="/ppt/slides/slide23.xml" Id="R4094ed8ef9d0486e" /><Relationship Type="http://schemas.openxmlformats.org/officeDocument/2006/relationships/slide" Target="/ppt/slides/slide24.xml" Id="R6c0c0c3d7ed145b5" /><Relationship Type="http://schemas.openxmlformats.org/officeDocument/2006/relationships/slide" Target="/ppt/slides/slide25.xml" Id="R8d235ea89fa94f42" /><Relationship Type="http://schemas.openxmlformats.org/officeDocument/2006/relationships/slide" Target="/ppt/slides/slide26.xml" Id="R4880117f65e94581" /><Relationship Type="http://schemas.openxmlformats.org/officeDocument/2006/relationships/slide" Target="/ppt/slides/slide27.xml" Id="Rb9b807c367454492" /><Relationship Type="http://schemas.openxmlformats.org/officeDocument/2006/relationships/slide" Target="/ppt/slides/slide28.xml" Id="Ra0401b7bbba6438e" /><Relationship Type="http://schemas.openxmlformats.org/officeDocument/2006/relationships/slide" Target="/ppt/slides/slide29.xml" Id="R9ddba2932dcd4786" /><Relationship Type="http://schemas.openxmlformats.org/officeDocument/2006/relationships/slide" Target="/ppt/slides/slide30.xml" Id="R4df1e92bc6b74a49" /><Relationship Type="http://schemas.openxmlformats.org/officeDocument/2006/relationships/slide" Target="/ppt/slides/slide31.xml" Id="R5cc47bf4fe1240d2" /><Relationship Type="http://schemas.openxmlformats.org/officeDocument/2006/relationships/slide" Target="/ppt/slides/slide32.xml" Id="Rfea6292eff534d67" /><Relationship Type="http://schemas.openxmlformats.org/officeDocument/2006/relationships/slide" Target="/ppt/slides/slide33.xml" Id="R05e1ed65ccb44ec2" /><Relationship Type="http://schemas.openxmlformats.org/officeDocument/2006/relationships/slide" Target="/ppt/slides/slide34.xml" Id="R6aa70aae83dc4461" /><Relationship Type="http://schemas.openxmlformats.org/officeDocument/2006/relationships/slide" Target="/ppt/slides/slide35.xml" Id="R6537ff50084c40bf" /><Relationship Type="http://schemas.openxmlformats.org/officeDocument/2006/relationships/slide" Target="/ppt/slides/slide36.xml" Id="Rbdc70750f5824e38" /><Relationship Type="http://schemas.openxmlformats.org/officeDocument/2006/relationships/slide" Target="/ppt/slides/slide37.xml" Id="Rfbaf09452e13471e" /><Relationship Type="http://schemas.openxmlformats.org/officeDocument/2006/relationships/slide" Target="/ppt/slides/slide38.xml" Id="R3473d082345446d7" /><Relationship Type="http://schemas.openxmlformats.org/officeDocument/2006/relationships/slide" Target="/ppt/slides/slide39.xml" Id="R9f127f550ddc4cf2" /><Relationship Type="http://schemas.openxmlformats.org/officeDocument/2006/relationships/slide" Target="/ppt/slides/slide40.xml" Id="R9cc6615d5a174c36" /><Relationship Type="http://schemas.openxmlformats.org/officeDocument/2006/relationships/slide" Target="/ppt/slides/slide41.xml" Id="R6673493479c24a9a" /><Relationship Type="http://schemas.openxmlformats.org/officeDocument/2006/relationships/slide" Target="/ppt/slides/slide42.xml" Id="Rd1433439d4de48bb" /><Relationship Type="http://schemas.openxmlformats.org/officeDocument/2006/relationships/slide" Target="/ppt/slides/slide43.xml" Id="R1828a31a736b4980" /><Relationship Type="http://schemas.openxmlformats.org/officeDocument/2006/relationships/slide" Target="/ppt/slides/slide44.xml" Id="R9e3270e7ab3b4733" /><Relationship Type="http://schemas.openxmlformats.org/officeDocument/2006/relationships/slide" Target="/ppt/slides/slide45.xml" Id="R7b4bc65476df4ea9" /><Relationship Type="http://schemas.openxmlformats.org/officeDocument/2006/relationships/slide" Target="/ppt/slides/slide46.xml" Id="R0809bdc95ea045bf" /></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v>Frequency</c:v>
          </c:tx>
          <c:spPr>
            <a:solidFill>
              <a:srgbClr val="D6171D"/>
            </a:solidFill>
          </c:spPr>
          <c:invertIfNegative val="1"/>
          <c:dLbls>
            <c:spPr>
              <a:noFill/>
              <a:ln>
                <a:noFill/>
              </a:ln>
              <a:effectLst/>
            </c:spPr>
            <c:txPr>
              <a:bodyPr anchorCtr="1"/>
              <a:lstStyle/>
              <a:p>
                <a:pPr>
                  <a:defRPr sz="1575"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Noodles</c:v>
                </c:pt>
                <c:pt idx="1">
                  <c:v>Rice bowls</c:v>
                </c:pt>
                <c:pt idx="2">
                  <c:v>Sandwiches</c:v>
                </c:pt>
                <c:pt idx="3">
                  <c:v>Dumplings</c:v>
                </c:pt>
              </c:strCache>
            </c:strRef>
          </c:cat>
          <c:val>
            <c:numRef>
              <c:f>'Chart Data'!$B$2:$B$5</c:f>
              <c:numCache>
                <c:formatCode>General</c:formatCode>
                <c:ptCount val="4"/>
                <c:pt idx="0">
                  <c:v>12</c:v>
                </c:pt>
                <c:pt idx="1">
                  <c:v>10</c:v>
                </c:pt>
                <c:pt idx="2">
                  <c:v>8</c:v>
                </c:pt>
                <c:pt idx="3">
                  <c:v>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BDFB-CB44-A59F-38C4A8404334}"/>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b"/>
        <c:title>
          <c:tx>
            <c:rich>
              <a:bodyPr/>
              <a:lstStyle/>
              <a:p>
                <a:r>
                  <a:rPr lang="en-GB" sz="1500">
                    <a:solidFill>
                      <a:srgbClr val="111111"/>
                    </a:solidFill>
                    <a:latin typeface="Aptos"/>
                    <a:ea typeface="Aptos"/>
                    <a:cs typeface="Aptos"/>
                  </a:rPr>
                  <a:t>Lunch option</a:t>
                </a:r>
              </a:p>
            </c:rich>
          </c:tx>
          <c:overlay val="0"/>
        </c:title>
        <c:numFmt formatCode="General" sourceLinked="1"/>
        <c:majorTickMark val="none"/>
        <c:minorTickMark val="none"/>
        <c:tickLblPos val="nextTo"/>
        <c:spPr>
          <a:ln w="14288">
            <a:solidFill>
              <a:srgbClr val="111111"/>
            </a:solidFill>
          </a:ln>
        </c:spPr>
        <c:txPr>
          <a:bodyPr anchorCtr="1"/>
          <a:lstStyle/>
          <a:p>
            <a:pPr>
              <a:defRPr sz="1500">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4"/>
          <c:min val="0"/>
        </c:scaling>
        <c:delete val="0"/>
        <c:axPos val="l"/>
        <c:majorGridlines>
          <c:spPr>
            <a:ln w="7620">
              <a:solidFill>
                <a:srgbClr val="D0D8DD"/>
              </a:solidFill>
            </a:ln>
          </c:spPr>
        </c:majorGridlines>
        <c:title>
          <c:tx>
            <c:rich>
              <a:bodyPr/>
              <a:lstStyle/>
              <a:p>
                <a:r>
                  <a:rPr lang="en-GB" sz="1500">
                    <a:solidFill>
                      <a:srgbClr val="111111"/>
                    </a:solidFill>
                    <a:latin typeface="Aptos"/>
                    <a:ea typeface="Aptos"/>
                    <a:cs typeface="Aptos"/>
                  </a:rPr>
                  <a:t>Number of students</a:t>
                </a:r>
              </a:p>
            </c:rich>
          </c:tx>
          <c:overlay val="0"/>
        </c:title>
        <c:numFmt formatCode="General" sourceLinked="1"/>
        <c:majorTickMark val="none"/>
        <c:minorTickMark val="none"/>
        <c:tickLblPos val="nextTo"/>
        <c:spPr>
          <a:ln w="14288">
            <a:solidFill>
              <a:srgbClr val="111111"/>
            </a:solidFill>
          </a:ln>
        </c:spPr>
        <c:txPr>
          <a:bodyPr anchorCtr="1"/>
          <a:lstStyle/>
          <a:p>
            <a:pPr>
              <a:defRPr sz="1500">
                <a:solidFill>
                  <a:srgbClr val="111111"/>
                </a:solidFill>
                <a:latin typeface="Aptos"/>
                <a:ea typeface="Aptos"/>
                <a:cs typeface="Aptos"/>
              </a:defRPr>
            </a:pPr>
            <a:endParaRPr lang="en-US"/>
          </a:p>
        </c:txPr>
        <c:crossAx val="48650112"/>
        <c:crosses val="autoZero"/>
        <c:crossBetween val="between"/>
        <c:majorUnit val="2"/>
      </c:valAx>
      <c:spPr>
        <a:noFill/>
      </c:spPr>
    </c:plotArea>
    <c:plotVisOnly val="1"/>
    <c:dispBlanksAs val="zero"/>
    <c:showDLblsOverMax val="1"/>
  </c:chart>
  <c:spPr>
    <a:no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title>
      <c:tx>
        <c:rich>
          <a:bodyPr/>
          <a:lstStyle/>
          <a:p>
            <a:r>
              <a:rPr lang="en-GB" sz="1950" b="1">
                <a:solidFill>
                  <a:srgbClr val="111111"/>
                </a:solidFill>
                <a:latin typeface="Aptos"/>
                <a:ea typeface="Aptos"/>
                <a:cs typeface="Aptos"/>
              </a:rPr>
              <a:t>Drink orders (50 orders)</a:t>
            </a:r>
          </a:p>
        </c:rich>
      </c:tx>
      <c:overlay val="0"/>
    </c:title>
    <c:autoTitleDeleted val="0"/>
    <c:plotArea>
      <c:layout/>
      <c:barChart>
        <c:barDir val="col"/>
        <c:grouping val="clustered"/>
        <c:varyColors val="0"/>
        <c:ser>
          <c:idx val="0"/>
          <c:order val="0"/>
          <c:tx>
            <c:v>Frequency</c:v>
          </c:tx>
          <c:spPr>
            <a:solidFill>
              <a:srgbClr val="D6171D"/>
            </a:solidFill>
          </c:spPr>
          <c:invertIfNegative val="1"/>
          <c:dLbls>
            <c:spPr>
              <a:noFill/>
              <a:ln>
                <a:noFill/>
              </a:ln>
              <a:effectLst/>
            </c:spPr>
            <c:txPr>
              <a:bodyPr anchorCtr="1"/>
              <a:lstStyle/>
              <a:p>
                <a:pPr>
                  <a:defRPr sz="1725"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Milk tea</c:v>
                </c:pt>
                <c:pt idx="1">
                  <c:v>Fruit tea</c:v>
                </c:pt>
                <c:pt idx="2">
                  <c:v>Juice</c:v>
                </c:pt>
                <c:pt idx="3">
                  <c:v>Water</c:v>
                </c:pt>
              </c:strCache>
            </c:strRef>
          </c:cat>
          <c:val>
            <c:numRef>
              <c:f>'Chart Data'!$B$2:$B$5</c:f>
              <c:numCache>
                <c:formatCode>General</c:formatCode>
                <c:ptCount val="4"/>
                <c:pt idx="0">
                  <c:v>18</c:v>
                </c:pt>
                <c:pt idx="1">
                  <c:v>14</c:v>
                </c:pt>
                <c:pt idx="2">
                  <c:v>10</c:v>
                </c:pt>
                <c:pt idx="3">
                  <c:v>8</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46E6-2D44-8C76-A5D40EFB0B2A}"/>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b"/>
        <c:title>
          <c:tx>
            <c:rich>
              <a:bodyPr/>
              <a:lstStyle/>
              <a:p>
                <a:r>
                  <a:rPr lang="en-GB" sz="1650">
                    <a:solidFill>
                      <a:srgbClr val="111111"/>
                    </a:solidFill>
                    <a:latin typeface="Aptos"/>
                    <a:ea typeface="Aptos"/>
                    <a:cs typeface="Aptos"/>
                  </a:rPr>
                  <a:t>Drink</a:t>
                </a:r>
              </a:p>
            </c:rich>
          </c:tx>
          <c:overlay val="0"/>
        </c:title>
        <c:numFmt formatCode="General" sourceLinked="1"/>
        <c:majorTickMark val="none"/>
        <c:minorTickMark val="none"/>
        <c:tickLblPos val="nextTo"/>
        <c:spPr>
          <a:ln w="14288">
            <a:solidFill>
              <a:srgbClr val="111111"/>
            </a:solidFill>
          </a:ln>
        </c:spPr>
        <c:txPr>
          <a:bodyPr anchorCtr="1"/>
          <a:lstStyle/>
          <a:p>
            <a:pPr>
              <a:defRPr sz="1650">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20"/>
          <c:min val="0"/>
        </c:scaling>
        <c:delete val="0"/>
        <c:axPos val="l"/>
        <c:majorGridlines>
          <c:spPr>
            <a:ln w="7620">
              <a:solidFill>
                <a:srgbClr val="D0D8DD"/>
              </a:solidFill>
            </a:ln>
          </c:spPr>
        </c:majorGridlines>
        <c:title>
          <c:tx>
            <c:rich>
              <a:bodyPr/>
              <a:lstStyle/>
              <a:p>
                <a:r>
                  <a:rPr lang="en-GB" sz="1650">
                    <a:solidFill>
                      <a:srgbClr val="111111"/>
                    </a:solidFill>
                    <a:latin typeface="Aptos"/>
                    <a:ea typeface="Aptos"/>
                    <a:cs typeface="Aptos"/>
                  </a:rPr>
                  <a:t>Number of orders</a:t>
                </a:r>
              </a:p>
            </c:rich>
          </c:tx>
          <c:overlay val="0"/>
        </c:title>
        <c:numFmt formatCode="General" sourceLinked="1"/>
        <c:majorTickMark val="none"/>
        <c:minorTickMark val="none"/>
        <c:tickLblPos val="nextTo"/>
        <c:spPr>
          <a:ln w="14288">
            <a:solidFill>
              <a:srgbClr val="111111"/>
            </a:solidFill>
          </a:ln>
        </c:spPr>
        <c:txPr>
          <a:bodyPr anchorCtr="1"/>
          <a:lstStyle/>
          <a:p>
            <a:pPr>
              <a:defRPr sz="1650">
                <a:solidFill>
                  <a:srgbClr val="111111"/>
                </a:solidFill>
                <a:latin typeface="Aptos"/>
                <a:ea typeface="Aptos"/>
                <a:cs typeface="Aptos"/>
              </a:defRPr>
            </a:pPr>
            <a:endParaRPr lang="en-US"/>
          </a:p>
        </c:txPr>
        <c:crossAx val="48650112"/>
        <c:crosses val="autoZero"/>
        <c:crossBetween val="between"/>
        <c:majorUnit val="5"/>
      </c:valAx>
      <c:spPr>
        <a:noFill/>
      </c:spPr>
    </c:plotArea>
    <c:plotVisOnly val="1"/>
    <c:dispBlanksAs val="zero"/>
    <c:showDLblsOverMax val="1"/>
  </c:chart>
  <c:spPr>
    <a:no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pieChart>
        <c:varyColors val="1"/>
        <c:ser>
          <c:idx val="0"/>
          <c:order val="0"/>
          <c:tx>
            <c:v>Lunch choices</c:v>
          </c:tx>
          <c:dPt>
            <c:idx val="0"/>
            <c:bubble3D val="0"/>
            <c:spPr>
              <a:solidFill>
                <a:srgbClr val="D6171D"/>
              </a:solidFill>
              <a:ln w="19050">
                <a:solidFill>
                  <a:srgbClr val="FFFFFF"/>
                </a:solidFill>
              </a:ln>
            </c:spPr>
            <c:extLst>
              <c:ext xmlns:c16="http://schemas.microsoft.com/office/drawing/2014/chart" uri="{C3380CC4-5D6E-409C-BE32-E72D297353CC}">
                <c16:uniqueId val="{00000001-2FB1-9F46-B719-C1CC7054114F}"/>
              </c:ext>
            </c:extLst>
          </c:dPt>
          <c:dPt>
            <c:idx val="1"/>
            <c:bubble3D val="0"/>
            <c:spPr>
              <a:solidFill>
                <a:srgbClr val="267AA0"/>
              </a:solidFill>
              <a:ln w="19050">
                <a:solidFill>
                  <a:srgbClr val="FFFFFF"/>
                </a:solidFill>
              </a:ln>
            </c:spPr>
            <c:extLst>
              <c:ext xmlns:c16="http://schemas.microsoft.com/office/drawing/2014/chart" uri="{C3380CC4-5D6E-409C-BE32-E72D297353CC}">
                <c16:uniqueId val="{00000003-2FB1-9F46-B719-C1CC7054114F}"/>
              </c:ext>
            </c:extLst>
          </c:dPt>
          <c:dPt>
            <c:idx val="2"/>
            <c:bubble3D val="0"/>
            <c:spPr>
              <a:solidFill>
                <a:srgbClr val="9D398E"/>
              </a:solidFill>
              <a:ln w="19050">
                <a:solidFill>
                  <a:srgbClr val="FFFFFF"/>
                </a:solidFill>
              </a:ln>
            </c:spPr>
            <c:extLst>
              <c:ext xmlns:c16="http://schemas.microsoft.com/office/drawing/2014/chart" uri="{C3380CC4-5D6E-409C-BE32-E72D297353CC}">
                <c16:uniqueId val="{00000005-2FB1-9F46-B719-C1CC7054114F}"/>
              </c:ext>
            </c:extLst>
          </c:dPt>
          <c:dPt>
            <c:idx val="3"/>
            <c:bubble3D val="0"/>
            <c:spPr>
              <a:solidFill>
                <a:srgbClr val="147D68"/>
              </a:solidFill>
              <a:ln w="19050">
                <a:solidFill>
                  <a:srgbClr val="FFFFFF"/>
                </a:solidFill>
              </a:ln>
            </c:spPr>
            <c:extLst>
              <c:ext xmlns:c16="http://schemas.microsoft.com/office/drawing/2014/chart" uri="{C3380CC4-5D6E-409C-BE32-E72D297353CC}">
                <c16:uniqueId val="{00000007-2FB1-9F46-B719-C1CC7054114F}"/>
              </c:ext>
            </c:extLst>
          </c:dPt>
          <c:dLbls>
            <c:dLbl>
              <c:idx val="0"/>
              <c:tx>
                <c:rich>
                  <a:bodyPr/>
                  <a:lstStyle/>
                  <a:p>
                    <a:r>
                      <a:rPr sz="1500" b="1">
                        <a:solidFill>
                          <a:srgbClr val="FFFFFF"/>
                        </a:solidFill>
                        <a:latin typeface="Aptos"/>
                        <a:ea typeface="Aptos"/>
                        <a:cs typeface="Aptos"/>
                      </a:rPr>
                      <a:t>Noodles
30%</a:t>
                    </a:r>
                  </a:p>
                </c:rich>
              </c:tx>
              <c:spPr/>
              <c:dLblPos val="ct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FB1-9F46-B719-C1CC7054114F}"/>
                </c:ext>
              </c:extLst>
            </c:dLbl>
            <c:dLbl>
              <c:idx val="1"/>
              <c:tx>
                <c:rich>
                  <a:bodyPr/>
                  <a:lstStyle/>
                  <a:p>
                    <a:r>
                      <a:rPr sz="1500" b="1">
                        <a:solidFill>
                          <a:srgbClr val="FFFFFF"/>
                        </a:solidFill>
                        <a:latin typeface="Aptos"/>
                        <a:ea typeface="Aptos"/>
                        <a:cs typeface="Aptos"/>
                      </a:rPr>
                      <a:t>Rice bowls
25%</a:t>
                    </a:r>
                  </a:p>
                </c:rich>
              </c:tx>
              <c:spPr/>
              <c:dLblPos val="ct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FB1-9F46-B719-C1CC7054114F}"/>
                </c:ext>
              </c:extLst>
            </c:dLbl>
            <c:dLbl>
              <c:idx val="2"/>
              <c:tx>
                <c:rich>
                  <a:bodyPr/>
                  <a:lstStyle/>
                  <a:p>
                    <a:r>
                      <a:rPr sz="1500" b="1">
                        <a:solidFill>
                          <a:srgbClr val="FFFFFF"/>
                        </a:solidFill>
                        <a:latin typeface="Aptos"/>
                        <a:ea typeface="Aptos"/>
                        <a:cs typeface="Aptos"/>
                      </a:rPr>
                      <a:t>Sandwiches
20%</a:t>
                    </a:r>
                  </a:p>
                </c:rich>
              </c:tx>
              <c:spPr/>
              <c:dLblPos val="ct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2FB1-9F46-B719-C1CC7054114F}"/>
                </c:ext>
              </c:extLst>
            </c:dLbl>
            <c:dLbl>
              <c:idx val="3"/>
              <c:tx>
                <c:rich>
                  <a:bodyPr/>
                  <a:lstStyle/>
                  <a:p>
                    <a:r>
                      <a:rPr sz="1500" b="1">
                        <a:solidFill>
                          <a:srgbClr val="FFFFFF"/>
                        </a:solidFill>
                        <a:latin typeface="Aptos"/>
                        <a:ea typeface="Aptos"/>
                        <a:cs typeface="Aptos"/>
                      </a:rPr>
                      <a:t>Dumplings
25%</a:t>
                    </a:r>
                  </a:p>
                </c:rich>
              </c:tx>
              <c:spPr/>
              <c:dLblPos val="ctr"/>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2FB1-9F46-B719-C1CC7054114F}"/>
                </c:ext>
              </c:extLst>
            </c:dLbl>
            <c:spPr>
              <a:noFill/>
              <a:ln>
                <a:noFill/>
              </a:ln>
              <a:effectLst/>
            </c:spPr>
            <c:showLegendKey val="1"/>
            <c:showVal val="1"/>
            <c:showCatName val="1"/>
            <c:showSerName val="1"/>
            <c:showPercent val="1"/>
            <c:showBubbleSize val="1"/>
            <c:showLeaderLines val="1"/>
            <c:extLst>
              <c:ext xmlns:c15="http://schemas.microsoft.com/office/drawing/2012/chart" uri="{CE6537A1-D6FC-4f65-9D91-7224C49458BB}"/>
            </c:extLst>
          </c:dLbls>
          <c:cat>
            <c:strRef>
              <c:f>'Chart Data'!$A$2:$A$5</c:f>
              <c:strCache>
                <c:ptCount val="4"/>
                <c:pt idx="0">
                  <c:v>Noodles</c:v>
                </c:pt>
                <c:pt idx="1">
                  <c:v>Rice bowls</c:v>
                </c:pt>
                <c:pt idx="2">
                  <c:v>Sandwiches</c:v>
                </c:pt>
                <c:pt idx="3">
                  <c:v>Dumplings</c:v>
                </c:pt>
              </c:strCache>
            </c:strRef>
          </c:cat>
          <c:val>
            <c:numRef>
              <c:f>'Chart Data'!$B$2:$B$5</c:f>
              <c:numCache>
                <c:formatCode>General</c:formatCode>
                <c:ptCount val="4"/>
                <c:pt idx="0">
                  <c:v>12</c:v>
                </c:pt>
                <c:pt idx="1">
                  <c:v>10</c:v>
                </c:pt>
                <c:pt idx="2">
                  <c:v>8</c:v>
                </c:pt>
                <c:pt idx="3">
                  <c:v>10</c:v>
                </c:pt>
              </c:numCache>
            </c:numRef>
          </c:val>
          <c:extLst>
            <c:ext xmlns:c16="http://schemas.microsoft.com/office/drawing/2014/chart" uri="{C3380CC4-5D6E-409C-BE32-E72D297353CC}">
              <c16:uniqueId val="{00000008-2FB1-9F46-B719-C1CC7054114F}"/>
            </c:ext>
          </c:extLst>
        </c:ser>
        <c:dLbls>
          <c:dLblPos val="ctr"/>
          <c:showLegendKey val="0"/>
          <c:showVal val="0"/>
          <c:showCatName val="0"/>
          <c:showSerName val="0"/>
          <c:showPercent val="0"/>
          <c:showBubbleSize val="0"/>
          <c:showLeaderLines val="1"/>
        </c:dLbls>
        <c:firstSliceAng val="0"/>
      </c:pieChart>
      <c:spPr>
        <a:noFill/>
      </c:spPr>
    </c:plotArea>
    <c:plotVisOnly val="1"/>
    <c:dispBlanksAs val="zero"/>
    <c:showDLblsOverMax val="1"/>
  </c:chart>
  <c:spPr>
    <a:no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Number of students</c:v>
          </c:tx>
          <c:spPr>
            <a:solidFill>
              <a:srgbClr val="D6171D"/>
            </a:solidFill>
          </c:spPr>
          <c:invertIfNegative val="1"/>
          <c:dLbls>
            <c:spPr>
              <a:noFill/>
              <a:ln>
                <a:noFill/>
              </a:ln>
              <a:effectLst/>
            </c:spPr>
            <c:txPr>
              <a:bodyPr anchorCtr="1"/>
              <a:lstStyle/>
              <a:p>
                <a:pPr>
                  <a:defRPr sz="1500" b="1">
                    <a:solidFill>
                      <a:srgbClr val="111111"/>
                    </a:solidFill>
                    <a:latin typeface="Aptos"/>
                    <a:ea typeface="Aptos"/>
                    <a:cs typeface="Apto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Data'!$A$2:$A$5</c:f>
              <c:strCache>
                <c:ptCount val="4"/>
                <c:pt idx="0">
                  <c:v>Noodles</c:v>
                </c:pt>
                <c:pt idx="1">
                  <c:v>Rice bowls</c:v>
                </c:pt>
                <c:pt idx="2">
                  <c:v>Sandwiches</c:v>
                </c:pt>
                <c:pt idx="3">
                  <c:v>Dumplings</c:v>
                </c:pt>
              </c:strCache>
            </c:strRef>
          </c:cat>
          <c:val>
            <c:numRef>
              <c:f>'Chart Data'!$B$2:$B$5</c:f>
              <c:numCache>
                <c:formatCode>General</c:formatCode>
                <c:ptCount val="4"/>
                <c:pt idx="0">
                  <c:v>12</c:v>
                </c:pt>
                <c:pt idx="1">
                  <c:v>10</c:v>
                </c:pt>
                <c:pt idx="2">
                  <c:v>8</c:v>
                </c:pt>
                <c:pt idx="3">
                  <c:v>10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78E5-2E41-919A-BFE1B1BF3FE4}"/>
            </c:ext>
          </c:extLst>
        </c:ser>
        <c:dLbls>
          <c:dLblPos val="outEnd"/>
          <c:showLegendKey val="0"/>
          <c:showVal val="1"/>
          <c:showCatName val="0"/>
          <c:showSerName val="0"/>
          <c:showPercent val="0"/>
          <c:showBubbleSize val="0"/>
        </c:dLbls>
        <c:gapWidth val="75"/>
        <c:axId val="48650112"/>
        <c:axId val="48672768"/>
      </c:barChart>
      <c:catAx>
        <c:axId val="48650112"/>
        <c:scaling>
          <c:orientation val="minMax"/>
        </c:scaling>
        <c:delete val="0"/>
        <c:axPos val="b"/>
        <c:title>
          <c:tx>
            <c:rich>
              <a:bodyPr/>
              <a:lstStyle/>
              <a:p>
                <a:r>
                  <a:rPr sz="1350">
                    <a:solidFill>
                      <a:srgbClr val="111111"/>
                    </a:solidFill>
                    <a:latin typeface="Aptos"/>
                    <a:ea typeface="Aptos"/>
                    <a:cs typeface="Aptos"/>
                  </a:rPr>
                  <a:t>Lunch option</a:t>
                </a:r>
              </a:p>
            </c:rich>
          </c:tx>
          <c:overlay val="0"/>
        </c:title>
        <c:numFmt formatCode="General" sourceLinked="1"/>
        <c:majorTickMark val="none"/>
        <c:minorTickMark val="none"/>
        <c:tickLblPos val="nextTo"/>
        <c:spPr>
          <a:ln w="14288">
            <a:solidFill>
              <a:srgbClr val="111111"/>
            </a:solidFill>
          </a:ln>
        </c:spPr>
        <c:txPr>
          <a:bodyPr anchorCtr="1"/>
          <a:lstStyle/>
          <a:p>
            <a:pPr>
              <a:defRPr sz="1350">
                <a:solidFill>
                  <a:srgbClr val="111111"/>
                </a:solidFill>
                <a:latin typeface="Aptos"/>
                <a:ea typeface="Aptos"/>
                <a:cs typeface="Aptos"/>
              </a:defRPr>
            </a:pPr>
            <a:endParaRPr lang="en-US"/>
          </a:p>
        </c:txPr>
        <c:crossAx val="48672768"/>
        <c:crosses val="autoZero"/>
        <c:auto val="1"/>
        <c:lblAlgn val="ctr"/>
        <c:lblOffset val="100"/>
        <c:noMultiLvlLbl val="1"/>
      </c:catAx>
      <c:valAx>
        <c:axId val="48672768"/>
        <c:scaling>
          <c:orientation val="minMax"/>
          <c:max val="14"/>
          <c:min val="0"/>
        </c:scaling>
        <c:delete val="0"/>
        <c:axPos val="l"/>
        <c:majorGridlines>
          <c:spPr>
            <a:ln w="7620">
              <a:solidFill>
                <a:srgbClr val="D0D8DD"/>
              </a:solidFill>
            </a:ln>
          </c:spPr>
        </c:majorGridlines>
        <c:title>
          <c:tx>
            <c:rich>
              <a:bodyPr/>
              <a:lstStyle/>
              <a:p>
                <a:r>
                  <a:rPr sz="1350">
                    <a:solidFill>
                      <a:srgbClr val="111111"/>
                    </a:solidFill>
                    <a:latin typeface="Aptos"/>
                    <a:ea typeface="Aptos"/>
                    <a:cs typeface="Aptos"/>
                  </a:rPr>
                  <a:t>Number of students</a:t>
                </a:r>
              </a:p>
            </c:rich>
          </c:tx>
          <c:overlay val="0"/>
        </c:title>
        <c:numFmt formatCode="General" sourceLinked="1"/>
        <c:majorTickMark val="none"/>
        <c:minorTickMark val="none"/>
        <c:tickLblPos val="nextTo"/>
        <c:spPr>
          <a:ln w="14288">
            <a:solidFill>
              <a:srgbClr val="111111"/>
            </a:solidFill>
          </a:ln>
        </c:spPr>
        <c:txPr>
          <a:bodyPr anchorCtr="1"/>
          <a:lstStyle/>
          <a:p>
            <a:pPr>
              <a:defRPr sz="1350">
                <a:solidFill>
                  <a:srgbClr val="111111"/>
                </a:solidFill>
                <a:latin typeface="Aptos"/>
                <a:ea typeface="Aptos"/>
                <a:cs typeface="Aptos"/>
              </a:defRPr>
            </a:pPr>
            <a:endParaRPr lang="en-US"/>
          </a:p>
        </c:txPr>
        <c:crossAx val="48650112"/>
        <c:crosses val="autoZero"/>
        <c:crossBetween val="between"/>
        <c:majorUnit val="2"/>
      </c:valAx>
      <c:spPr>
        <a:noFill/>
      </c:spPr>
    </c:plotArea>
    <c:plotVisOnly val="1"/>
    <c:dispBlanksAs val="zero"/>
    <c:showDLblsOverMax val="1"/>
  </c:chart>
  <c:spPr>
    <a:noFill/>
  </c:spPr>
  <c:externalData r:id="rId1">
    <c:autoUpdate val="0"/>
  </c:externalData>
</c:chartSpace>
</file>

<file path=ppt/notesMasters/_rels/notesMaster1.xml.rels>&#65279;<?xml version="1.0" encoding="utf-8"?><Relationships xmlns="http://schemas.openxmlformats.org/package/2006/relationships"><Relationship Type="http://schemas.openxmlformats.org/officeDocument/2006/relationships/theme" Target="/ppt/notesMasters/theme/theme3.xml" Id="R720fb3367f1249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01469e9ea764ce3" /><Relationship Type="http://schemas.openxmlformats.org/officeDocument/2006/relationships/notesMaster" Target="/ppt/notesMasters/notesMaster1.xml" Id="R130b16bd5d1943b1"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242da1591f4a1c" /><Relationship Type="http://schemas.openxmlformats.org/officeDocument/2006/relationships/notesMaster" Target="/ppt/notesMasters/notesMaster1.xml" Id="R8347a60d78ff4a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405cad1e41435e" /><Relationship Type="http://schemas.openxmlformats.org/officeDocument/2006/relationships/notesMaster" Target="/ppt/notesMasters/notesMaster1.xml" Id="Rc391553529574565"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40d2d722ce49a7" /><Relationship Type="http://schemas.openxmlformats.org/officeDocument/2006/relationships/notesMaster" Target="/ppt/notesMasters/notesMaster1.xml" Id="R8c9dde925f5742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9c27f2ba147a443c" /><Relationship Type="http://schemas.openxmlformats.org/officeDocument/2006/relationships/notesMaster" Target="/ppt/notesMasters/notesMaster1.xml" Id="R440fffa1121d42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fd3511767645de" /><Relationship Type="http://schemas.openxmlformats.org/officeDocument/2006/relationships/notesMaster" Target="/ppt/notesMasters/notesMaster1.xml" Id="R7959e306223c4e0a" /></Relationships>
</file>

<file path=ppt/notesSlides/_rels/notesSlide7.xml.rels>&#65279;<?xml version="1.0" encoding="utf-8"?><Relationships xmlns="http://schemas.openxmlformats.org/package/2006/relationships"><Relationship Type="http://schemas.openxmlformats.org/officeDocument/2006/relationships/slide" Target="/ppt/slides/slide7.xml" Id="Rd6106fcb58eb4c2e" /><Relationship Type="http://schemas.openxmlformats.org/officeDocument/2006/relationships/notesMaster" Target="/ppt/notesMasters/notesMaster1.xml" Id="Rde4453c2b5be45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b71d46275a4daf" /><Relationship Type="http://schemas.openxmlformats.org/officeDocument/2006/relationships/notesMaster" Target="/ppt/notesMasters/notesMaster1.xml" Id="R3b8d7da480804290" /></Relationships>
</file>

<file path=ppt/notesSlides/_rels/notesSlide9.xml.rels>&#65279;<?xml version="1.0" encoding="utf-8"?><Relationships xmlns="http://schemas.openxmlformats.org/package/2006/relationships"><Relationship Type="http://schemas.openxmlformats.org/officeDocument/2006/relationships/slide" Target="/ppt/slides/slide9.xml" Id="R86bfe373fb2747c7" /><Relationship Type="http://schemas.openxmlformats.org/officeDocument/2006/relationships/notesMaster" Target="/ppt/notesMasters/notesMaster1.xml" Id="R4305701b8d15483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2ab6fc1c2174f66" /><Relationship Type="http://schemas.openxmlformats.org/officeDocument/2006/relationships/notesMaster" Target="/ppt/notesMasters/notesMaster1.xml" Id="Re4785dface53400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8ef7853d8374d34" /><Relationship Type="http://schemas.openxmlformats.org/officeDocument/2006/relationships/notesMaster" Target="/ppt/notesMasters/notesMaster1.xml" Id="R7c0adf8e28f6439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a27bf36d774585" /><Relationship Type="http://schemas.openxmlformats.org/officeDocument/2006/relationships/notesMaster" Target="/ppt/notesMasters/notesMaster1.xml" Id="Re92de144c84640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7bba4025a8b4d45" /><Relationship Type="http://schemas.openxmlformats.org/officeDocument/2006/relationships/notesMaster" Target="/ppt/notesMasters/notesMaster1.xml" Id="R8eb4faea92ae452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28f353834e4d14" /><Relationship Type="http://schemas.openxmlformats.org/officeDocument/2006/relationships/notesMaster" Target="/ppt/notesMasters/notesMaster1.xml" Id="R622b1a7247fe49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1ba0b0c0814f67" /><Relationship Type="http://schemas.openxmlformats.org/officeDocument/2006/relationships/notesMaster" Target="/ppt/notesMasters/notesMaster1.xml" Id="Ra17e7c6c9e7e45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28da662bee14c04" /><Relationship Type="http://schemas.openxmlformats.org/officeDocument/2006/relationships/notesMaster" Target="/ppt/notesMasters/notesMaster1.xml" Id="R30b653377860460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f7c6fdc81a54f27" /><Relationship Type="http://schemas.openxmlformats.org/officeDocument/2006/relationships/notesMaster" Target="/ppt/notesMasters/notesMaster1.xml" Id="R36cc71ab9a1340d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f595c78f3b644a1" /><Relationship Type="http://schemas.openxmlformats.org/officeDocument/2006/relationships/notesMaster" Target="/ppt/notesMasters/notesMaster1.xml" Id="R816eef889b0045c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884f8d137cd4d58" /><Relationship Type="http://schemas.openxmlformats.org/officeDocument/2006/relationships/notesMaster" Target="/ppt/notesMasters/notesMaster1.xml" Id="R9ed130687355427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56093c71728483a" /><Relationship Type="http://schemas.openxmlformats.org/officeDocument/2006/relationships/notesMaster" Target="/ppt/notesMasters/notesMaster1.xml" Id="Rf228f468702e404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780b6c9c6b4aac" /><Relationship Type="http://schemas.openxmlformats.org/officeDocument/2006/relationships/notesMaster" Target="/ppt/notesMasters/notesMaster1.xml" Id="R87d04fbfc50a4ab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2b804cc86454781" /><Relationship Type="http://schemas.openxmlformats.org/officeDocument/2006/relationships/notesMaster" Target="/ppt/notesMasters/notesMaster1.xml" Id="Re845407f3345477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4a434ef74c9476c" /><Relationship Type="http://schemas.openxmlformats.org/officeDocument/2006/relationships/notesMaster" Target="/ppt/notesMasters/notesMaster1.xml" Id="Racdcd685f6eb432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cafecd16c92485c" /><Relationship Type="http://schemas.openxmlformats.org/officeDocument/2006/relationships/notesMaster" Target="/ppt/notesMasters/notesMaster1.xml" Id="Rd9d40709ea6844b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5e3400743fc4b3f" /><Relationship Type="http://schemas.openxmlformats.org/officeDocument/2006/relationships/notesMaster" Target="/ppt/notesMasters/notesMaster1.xml" Id="Rcb40e4bff40b453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a578c5e1e38d42db" /><Relationship Type="http://schemas.openxmlformats.org/officeDocument/2006/relationships/notesMaster" Target="/ppt/notesMasters/notesMaster1.xml" Id="Rdbd100208d42418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943cfc8a8704c7d" /><Relationship Type="http://schemas.openxmlformats.org/officeDocument/2006/relationships/notesMaster" Target="/ppt/notesMasters/notesMaster1.xml" Id="R9cf4b35cd177465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4f231cd66264e3d" /><Relationship Type="http://schemas.openxmlformats.org/officeDocument/2006/relationships/notesMaster" Target="/ppt/notesMasters/notesMaster1.xml" Id="R7632a80b7a144d70"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fbf55d8c529c4eba" /><Relationship Type="http://schemas.openxmlformats.org/officeDocument/2006/relationships/notesMaster" Target="/ppt/notesMasters/notesMaster1.xml" Id="R8d8f5adddbd846c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1ef9b145bbb47b1" /><Relationship Type="http://schemas.openxmlformats.org/officeDocument/2006/relationships/notesMaster" Target="/ppt/notesMasters/notesMaster1.xml" Id="R530dc0a1ffc4440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1a61bc6a5394b30" /><Relationship Type="http://schemas.openxmlformats.org/officeDocument/2006/relationships/notesMaster" Target="/ppt/notesMasters/notesMaster1.xml" Id="R0a7a8bae5ffb477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ecf85ab46f74a7f" /><Relationship Type="http://schemas.openxmlformats.org/officeDocument/2006/relationships/notesMaster" Target="/ppt/notesMasters/notesMaster1.xml" Id="Rb18c031ebc2244f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9a29400aa8143b0" /><Relationship Type="http://schemas.openxmlformats.org/officeDocument/2006/relationships/notesMaster" Target="/ppt/notesMasters/notesMaster1.xml" Id="R3f4e079aafc54f49"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b6c2fc2d3d2a489b" /><Relationship Type="http://schemas.openxmlformats.org/officeDocument/2006/relationships/notesMaster" Target="/ppt/notesMasters/notesMaster1.xml" Id="R8e825d1fba2c440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32bdd6533cac4333" /><Relationship Type="http://schemas.openxmlformats.org/officeDocument/2006/relationships/notesMaster" Target="/ppt/notesMasters/notesMaster1.xml" Id="R154badf93e5e480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abfffd7d86d4dd8" /><Relationship Type="http://schemas.openxmlformats.org/officeDocument/2006/relationships/notesMaster" Target="/ppt/notesMasters/notesMaster1.xml" Id="Rf6d365a5641045b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22d4eedafba429e" /><Relationship Type="http://schemas.openxmlformats.org/officeDocument/2006/relationships/notesMaster" Target="/ppt/notesMasters/notesMaster1.xml" Id="R27d04f7a87c44b0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7ffc6dbbc53c4e4e" /><Relationship Type="http://schemas.openxmlformats.org/officeDocument/2006/relationships/notesMaster" Target="/ppt/notesMasters/notesMaster1.xml" Id="R5562ab124d75490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653d2e6fc7249c9" /><Relationship Type="http://schemas.openxmlformats.org/officeDocument/2006/relationships/notesMaster" Target="/ppt/notesMasters/notesMaster1.xml" Id="Rd2362dba98e14c3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8e0b7c263624dcc" /><Relationship Type="http://schemas.openxmlformats.org/officeDocument/2006/relationships/notesMaster" Target="/ppt/notesMasters/notesMaster1.xml" Id="Rae827125f36446b2"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ea1ab8650cdf482e" /><Relationship Type="http://schemas.openxmlformats.org/officeDocument/2006/relationships/notesMaster" Target="/ppt/notesMasters/notesMaster1.xml" Id="R210e2a67be5a42e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ae1855ce6a044f2" /><Relationship Type="http://schemas.openxmlformats.org/officeDocument/2006/relationships/notesMaster" Target="/ppt/notesMasters/notesMaster1.xml" Id="R1a5a97be7eb24f1a"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ce02d982ece47b8" /><Relationship Type="http://schemas.openxmlformats.org/officeDocument/2006/relationships/notesMaster" Target="/ppt/notesMasters/notesMaster1.xml" Id="Rb407a5a440d04b0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4fdfdd3427104b7e" /><Relationship Type="http://schemas.openxmlformats.org/officeDocument/2006/relationships/notesMaster" Target="/ppt/notesMasters/notesMaster1.xml" Id="Rd439e566b54d499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d95c82eeebb47c3" /><Relationship Type="http://schemas.openxmlformats.org/officeDocument/2006/relationships/notesMaster" Target="/ppt/notesMasters/notesMaster1.xml" Id="R4d0445eb654a477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a939274bca749a0" /><Relationship Type="http://schemas.openxmlformats.org/officeDocument/2006/relationships/notesMaster" Target="/ppt/notesMasters/notesMaster1.xml" Id="Rfe1378b547cc40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0.25 minutes.</a:t>
            </a:r>
          </a:p>
          <a:p xmlns:a="http://schemas.openxmlformats.org/drawingml/2006/main">
            <a:r>
              <a:t>Welcome. Class A builds tables and summaries before the distribution graphs in Class B.</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0.5 minutes.</a:t>
            </a:r>
          </a:p>
          <a:p xmlns:a="http://schemas.openxmlformats.org/drawingml/2006/main">
            <a:r>
              <a:t>Students will calculate and draw by hand. They need a calculator, pencil, ruler and protractor. Keep the completed campaign table for Class B.</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 minutes.</a:t>
            </a:r>
          </a:p>
          <a:p xmlns:a="http://schemas.openxmlformats.org/drawingml/2006/main">
            <a:r>
              <a:t>Allow four minutes for retrieval. The questions revisit central tendency, spread and coefficient of variation. SD means standard deviation; CV means coefficient of variation. The formula is supplied as a reminder. Do not reveal the answers yet.</a:t>
            </a:r>
          </a:p>
          <a:p xmlns:a="http://schemas.openxmlformats.org/drawingml/2006/main">
            <a:endParaRPr/>
          </a:p>
          <a:p xmlns:a="http://schemas.openxmlformats.org/drawingml/2006/main">
            <a:r>
              <a:t>Sources: Original revision questions revisiting the designed Week 3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Mean: 25 divided by 5 = 5. Median: the third ordered value is 4. The sets 4,6,8 and 2,6,10 both have mean 6, but their ranges are 4 and 8. CV for A is 4/20 × 100% = 20%; CV for B is 6/40 × 100% = 15%. B has less relative variation.</a:t>
            </a:r>
          </a:p>
          <a:p xmlns:a="http://schemas.openxmlformats.org/drawingml/2006/main">
            <a:endParaRPr/>
          </a:p>
          <a:p xmlns:a="http://schemas.openxmlformats.org/drawingml/2006/main">
            <a:r>
              <a:t>Sources: Original revision questions revisiting the designed Week 3 classes.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This is a fictional canteen survey. Each of 40 students selected one option. Ask students to predict the most popular option before tallying. Keep the frequencies hidden.</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a:t>
            </a:r>
          </a:p>
          <a:p xmlns:a="http://schemas.openxmlformats.org/drawingml/2006/main">
            <a:r>
              <a:t>Pairs tally each response once. Allow three minutes. Check how students avoid double-counting. The raw responses remain visible. Do not show the completed frequency table until the next slide.</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The frequencies are 12,10,8,10, totalling 40. Frequency answers how many. Correct counts before calculating shares.</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2.5 minutes.</a:t>
            </a:r>
          </a:p>
          <a:p xmlns:a="http://schemas.openxmlformats.org/drawingml/2006/main">
            <a:r>
              <a:t>Relative frequency and percentage frequency contain the same information. Relative frequency expresses a share on a 0-to-1 scale and is useful in calculations and comparisons between different-sized groups. Percentage expresses that share per 100 and is familiar for reports. A count is useful when planning actual quantities. Model noodles: 12/40 = 0.30 = 30%.</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 minutes.</a:t>
            </a:r>
          </a:p>
          <a:p xmlns:a="http://schemas.openxmlformats.org/drawingml/2006/main">
            <a:r>
              <a:t>Allow four minutes. The first noodles row is a worked example. Students complete the remaining relative frequencies and percentages, then find the percentage choosing noodles or rice bowls. These options are disjoint because each student chose one.</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 minutes.</a:t>
            </a:r>
          </a:p>
          <a:p xmlns:a="http://schemas.openxmlformats.org/drawingml/2006/main">
            <a:r>
              <a:t>Relative frequencies: 0.30,0.25,0.20,0.25. Percentages: 30,25,20,25. Noodles or rice bowls represent 55% of this sample. Check totals of 1 and 100%.</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0.25 minutes.</a:t>
            </a:r>
          </a:p>
          <a:p xmlns:a="http://schemas.openxmlformats.org/drawingml/2006/main">
            <a:r>
              <a:t>We will demonstrate a completed bar chart, then students will transfer the construction method to a different dataset. We return to the original lunch data for the pie chart.</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meal frequencies appear in both orientations: Noodles 12, Rice bowls 10, Sandwiches 8, Dumplings 10. On the vertical chart X lists meals and Y counts students. On the horizontal chart Y lists meals and X counts students. Each orientation represents the same data. Ask students to find the 12 noodles choices on each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 minutes.</a:t>
            </a:r>
          </a:p>
          <a:p xmlns:a="http://schemas.openxmlformats.org/drawingml/2006/main">
            <a:r>
              <a:t>Allow five minutes for a genuinely new drawing task. The fictional drinks dataset has frequencies 18,14,10,8, totalling 50. A scale from 0 to 20 in steps of 2 works well. Require a title, both axis labels and separated bars. Keep the completed graph hidden until the next slide.</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Check bar heights 18,14,10,8. Milk tea exceeds fruit tea by four orders. Optional transfer: 18/50 = 0.36 = 36%. All drink shares are 36%,28%,20%,16%, which sum to 100%. The answer chart uses a scale step of 5 for legibility; another suitable even scale is also valid.</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Return explicitly to the original 40 lunch responses. One circle represents the whole sample. The noodles sector is 30% of the circle.</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Explain each symbol: f is category frequency, n is total responses, and the degree symbol measures an angle. A full turn is 360 degrees. Noodles: 12/40 × 360 = 108 degrees.</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 Allow three minutes. Students calculate the remaining sector angles: rice bowls 90 degrees, sandwiches 72 degrees and dumplings 90 degrees. All four angles sum to 360 degrees. Keep the answers hidden until the pie-chart check. 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Demonstrate the protractor centre on the circle centre. Align zero with the top radius, measure clockwise to 108 degrees and draw the second radius. Emphasise reading the scale that starts at the chosen zero.</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 minutes.</a:t>
            </a:r>
          </a:p>
          <a:p xmlns:a="http://schemas.openxmlformats.org/drawingml/2006/main">
            <a:r>
              <a:t>Allow five minutes to complete the pie chart. Students use their calculated angles and label each category and percentage. Check that the sectors fill one complete circle without gaps or overlap.</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1.75 minutes.</a:t>
            </a:r>
          </a:p>
          <a:p xmlns:a="http://schemas.openxmlformats.org/drawingml/2006/main">
            <a:r>
              <a:t>The pie and bar charts show the same lunch data. The angles are 108,90,72,90 degrees. Ask which graph makes the noodles–sandwiches difference easier to compare and why. The common baseline on the bar chart usually makes size comparisons easier.</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0.25 minutes.</a:t>
            </a:r>
          </a:p>
          <a:p xmlns:a="http://schemas.openxmlformats.org/drawingml/2006/main">
            <a:r>
              <a:t>The next dataset consists of numerical counts. Students will build its grouped table in A, then draw its histogram, polygons and cumulative graph in B.</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1.75 minutes.</a:t>
            </a:r>
          </a:p>
          <a:p xmlns:a="http://schemas.openxmlformats.org/drawingml/2006/main">
            <a:r>
              <a:t>Fictional teaching context using the original 25 campaign values from Bellerbys Week 4 Seminar 1. A campus food club selected 25 lunchtime promotion sessions from the semester for review; no random-sampling claim is made. At each 30-minute session students could register for cooking workshops. One observation is the count from one session. n = 25 sessions, not 812 registrations. The committee wants a typical registration level to plan staffing. Minimum 15, maximum 48.</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Use the Bellerbys interval convention consistently. Read 10 ≤ x &lt; 20 as at least 10 and less than 20. Here x is the sign-up count from one session. The possible whole-number counts are 10 through 19. A value of 20 starts the next interval. The boundaries remain 10 and 20, so the width is 20 − 10 = 10. The less-than sign assigns the boundary value to one class and prevents double-counting. Use boundaries 10,20,30,40,50 for the Class B histogram.</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Allow 90 seconds, then check orally. Interval 10 ≤ x &lt; 20 contains 19 and 11. Interval 20 ≤ x &lt; 30 contains 20 and 29. Interval 30 ≤ x &lt; 40 contains 34 and 30. Interval 40 ≤ x &lt; 50 contains 42 and 48. Ask why 19 and 20 go into different classes. Keep the answers hidden while students classify the mixed values.</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Four classes are a reasonable choice for this small dataset. There is no unique required number. Too few groups can hide detail, while too many make the summary busy. Range = 48 − 15 = 33. Dividing by four gives an approximate width of 8.25. Choose the convenient width 10, then check coverage after choosing the starting boundary. Starting at 10 gives four intervals covering 10 ≤ x &lt; 50, so every observation fits. Other reasonable groupings are possible.</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Introduce the reason for a midpoint before calculating one. A grouped table hides individual observations. If only that table is available, a class centre can represent each unknown observation when estimating a mean. An actual observation does not have to equal the midpoint. If original values are available, we can use them for an exact mean.</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For 10 ≤ x &lt; 20, use the lower and upper boundaries: (10 + 20)/2 = 15. Fifteen lies five units from each boundary. The upper boundary is still 20 even though the value 20 belongs in the next class. Excluding the endpoint tells us where to classify a value; it does not move the boundary. We are finding the centre of the interval, not averaging its possible integer labels. Keep the explicit inequality notation in tables, calculations and later graphs. A midpoint represents a class and does not recover each original observation.</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 minutes.</a:t>
            </a:r>
          </a:p>
          <a:p xmlns:a="http://schemas.openxmlformats.org/drawingml/2006/main">
            <a:r>
              <a:t>Allow five minutes. Use intervals 10 ≤ x &lt; 20, 20 ≤ x &lt; 30, 30 ≤ x &lt; 40 and 40 ≤ x &lt; 50. Frequencies are 2,7,10,6, midpoints are 15,25,35,45, and percentages are 8%,28%,40%,24%. The raw values remain visible. Students tally all 25 sessions once. Keep answers hidden until the next slide.</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Check counts and boundary values. Frequencies sum to 25 and percentages sum to 100%. Carry these same boundaries and midpoints into Class B. The original campaign task in Week 4 Seminar 1 explicitly continues with cumulative frequencies, cumulative relative and percentage frequencies, a histogram and a frequency polygon. Class B adds the relative-frequency polygon from the lecture.</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Interval 30 ≤ x &lt; 40 contains 10 sessions, the highest frequency, so it is the modal class. Its midpoint 35 does not become the individual mode. The raw value 35 occurs once, just like every other observation in this dataset. All 25 observations are distinct, so there is no individual mode. Class B's histogram will show the concentration across intervals.</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0.25 minutes.</a:t>
            </a:r>
          </a:p>
          <a:p xmlns:a="http://schemas.openxmlformats.org/drawingml/2006/main">
            <a:r>
              <a:t>Connect this section to the ordinary sample mean from Week 3. Approximation arises from grouping and missing individual detail.</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These two illustrative lists are separate counterexamples. The values 20,21,22 have exact mean 21. The values 27,28,29 have exact mean 28. Both produce frequency three in the interval 20 ≤ x &lt; 30. A grouped table cannot distinguish them. If only the grouped report is available, using its midpoint 25 for each observation gives an estimate. Twenty-five does not recover any missing individual values.</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Explain frequency weighting: f × m uses the midpoint once for each observation in its class. The first class has two sessions, so 15 + 15 = 2 × 15 = 30. The denominator is 25 sessions, not four classes or 812 registrations. Read each labelled symbol aloud. The formula estimates the sample mean sign-ups per session.</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 minutes.</a:t>
            </a:r>
          </a:p>
          <a:p xmlns:a="http://schemas.openxmlformats.org/drawingml/2006/main">
            <a:r>
              <a:t>Allow four minutes. The first product 30 is supplied as the model. Remaining products are 175,350,270. Students add the products and divide by 25. Keep the total and estimated mean hidden until the next slide.</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Products: 30,175,350,270. Their sum is 825. Dividing 825 by 25 gives an estimated mean of 33 sign-ups per session. The midpoint-product total estimates the total sign-ups. It need not equal the actual total. An estimated result can be a whole number, and a mean of counts can also be a decimal.</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The raw total is 812, so the exact mean for these observations is 812/25 = 32.48. The midpoint products total 825, so the grouped estimate is 825/25 = 33. Both describe the same 25 sampled sessions. The estimate is 0.52 sign-ups per session higher. Grouping loses individual detail. A different dataset or grouping could produce a larger or smaller error, in either direction.</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1.75 minutes.</a:t>
            </a:r>
          </a:p>
          <a:p xmlns:a="http://schemas.openxmlformats.org/drawingml/2006/main">
            <a:r>
              <a:t>When original values are available, use their ordinary mean for an exact summary of those observations. A grouped estimate is useful when only the grouped report is available. Grouping helps us see distributions, but it loses detail. Sample versus population is a separate distinction; here both calculations describe the same sample of 25 sessions.</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0.25 minutes.</a:t>
            </a:r>
          </a:p>
          <a:p xmlns:a="http://schemas.openxmlformats.org/drawingml/2006/main">
            <a:r>
              <a:t>We have seen that grouping hides individual values. Introduce a display that can retain every recorded value when the dataset is small enough.</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1.25 minutes.</a:t>
            </a:r>
          </a:p>
          <a:p xmlns:a="http://schemas.openxmlformats.org/drawingml/2006/main">
            <a:r>
              <a:t>Two illustrative delivery times, 23 and 27 minutes, produce frequency two in the interval 20 ≤ t &lt; 30, where t denotes time in minutes. The stem-and-leaf entry 2 | 3 7 keeps both values. This display works well for modest numbers of numerical observations. Measured quantities recorded to decimals can also be used. Large datasets may make the display crowded.</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Teacher demonstration with a different dataset from the student task: 23,27,27,32,34,41 minutes. Stems 2,3,4 have leaves 3,7,7 / 2,4 / 1. Explain order, repeated leaves and the key. Ask students to read all six values back from the plot.</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4 minutes.</a:t>
            </a:r>
          </a:p>
          <a:p xmlns:a="http://schemas.openxmlformats.org/drawingml/2006/main">
            <a:r>
              <a:t>Allow four minutes for independent construction with 27,32,24,41,27,21,38,30,26,24 minutes. Require a key and ten leaves. Ask students to locate the middle observations. The next slide checks the plot, then the following slide explains the median step by step.</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Count six leaves in the twenties, three in the thirties and one in the forties: ten observations. Repeated 4s represent two deliveries of 24 minutes; repeated 7s represent two deliveries of 27 minutes. Decode the key before moving to the median.</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1.5 minutes.</a:t>
            </a:r>
          </a:p>
          <a:p xmlns:a="http://schemas.openxmlformats.org/drawingml/2006/main">
            <a:r>
              <a:t>Read the ordered values with positions 1 to 10. An even dataset has middle positions n/2 = 5 and n/2 + 1 = 6. Both observations happen to be 27. Average those two values: (27 + 27)/2 = 27 minutes. Their ordered positions, not the visual centre of a row of leaves, determine the median.</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1 minutes.</a:t>
            </a:r>
          </a:p>
          <a:p xmlns:a="http://schemas.openxmlformats.org/drawingml/2006/main">
            <a:r>
              <a:t>This is a new decimal example measured in hours. The key 2 | 8 means 2.8 hours. With this key, 11 | 2 means 11.2 hours. Stems can contain more than one digit. This prepares students for the original decimal processing-time post-class task.</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 minutes.</a:t>
            </a:r>
          </a:p>
          <a:p xmlns:a="http://schemas.openxmlformats.org/drawingml/2006/main">
            <a:r>
              <a:t>Allow three minutes independently. Answers: 4/25 = 16%; the midpoint of 40 ≤ x &lt; 50 is (40 + 50)/2 = 45; use a grouped estimate when only the grouped table is available and individual values are unknown.</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2 minutes.</a:t>
            </a:r>
          </a:p>
          <a:p xmlns:a="http://schemas.openxmlformats.org/drawingml/2006/main">
            <a:r>
              <a:t>Check answers and retain the campaign table. Class B covers histograms, frequency and relative-frequency polygons, cumulative frequencies and ogives, median class/graphical estimates, introductory scatter plots and visual trend lines, plus box-plot retrieval. Full correlation and regression calculations remain Week 11. Class A post-practice: the source vacation bar/pie and decimal stem-and-leaf tasks. Excel and larger datasets remain Class C. The teaching-plan redistribution moves bar/pie/stem-and-leaf into A and cumulative work into B while keeping the weekly coverage.</a:t>
            </a:r>
          </a:p>
          <a:p xmlns:a="http://schemas.openxmlformats.org/drawingml/2006/main">
            <a:endParaRPr/>
          </a:p>
          <a:p xmlns:a="http://schemas.openxmlformats.org/drawingml/2006/main">
            <a:r>
              <a:t>Sources: Bellerbys Week 4 Lecture and Seminar 1/2 tasks. Contexts and extra practice datasets are illustrative adaptations.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caeafa80b14405" /><Relationship Type="http://schemas.openxmlformats.org/officeDocument/2006/relationships/image" Target="/ppt/media/image.jpeg" Id="R18e3104e5e874f5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3e38b8d1274557" /><Relationship Type="http://schemas.openxmlformats.org/officeDocument/2006/relationships/image" Target="/ppt/media/image2.jpeg" Id="Rf09cb18875f944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5922096aa3a4c16" /><Relationship Type="http://schemas.openxmlformats.org/officeDocument/2006/relationships/image" Target="/ppt/media/image3.jpeg" Id="R767e7311c4004b1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51df101bc842f0" /><Relationship Type="http://schemas.openxmlformats.org/officeDocument/2006/relationships/image" Target="/ppt/media/image4.jpeg" Id="R4730951e6d884d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51120970dae462b" /><Relationship Type="http://schemas.openxmlformats.org/officeDocument/2006/relationships/image" Target="/ppt/media/image5.jpeg" Id="R139884fd270e439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bf5d344cae4b11" /><Relationship Type="http://schemas.openxmlformats.org/officeDocument/2006/relationships/image" Target="/ppt/media/image6.jpeg" Id="R7c6b9cfca8ed459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61de44cdc21041f1" /><Relationship Type="http://schemas.openxmlformats.org/officeDocument/2006/relationships/image" Target="/ppt/media/image7.jpeg" Id="R0ec9bd06e0024af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1d037c0a70d4588" /><Relationship Type="http://schemas.openxmlformats.org/officeDocument/2006/relationships/image" Target="/ppt/media/image8.jpeg" Id="R5db51908ab8e4cb3"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4025d9bebcd49ab" /><Relationship Type="http://schemas.openxmlformats.org/officeDocument/2006/relationships/image" Target="/ppt/media/image9.jpeg" Id="R438a163949994b20"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dbaa10a35da9451c" /><Relationship Type="http://schemas.openxmlformats.org/officeDocument/2006/relationships/image" Target="/ppt/media/image10.jpeg" Id="Rfd2c57f0c8da4c9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3c07ada3d634d0e" /><Relationship Type="http://schemas.openxmlformats.org/officeDocument/2006/relationships/image" Target="/ppt/media/image11.jpeg" Id="R2260f2c31b214141"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b13d81a6efc84415" /><Relationship Type="http://schemas.openxmlformats.org/officeDocument/2006/relationships/image" Target="/ppt/media/image12.jpeg" Id="R893c6e3fa33e4bad"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fe5175f004ad4051" /><Relationship Type="http://schemas.openxmlformats.org/officeDocument/2006/relationships/image" Target="/ppt/media/image13.jpeg" Id="Rd565d7d2be9c4eff"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24746daa6b8e4423" /><Relationship Type="http://schemas.openxmlformats.org/officeDocument/2006/relationships/image" Target="/ppt/media/image14.jpeg" Id="R44dd15b92907403a"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9968e61053bc42f1" /><Relationship Type="http://schemas.openxmlformats.org/officeDocument/2006/relationships/image" Target="/ppt/media/image15.jpeg" Id="R00b9623cf1c84b14"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0130c2685c6c441d" /><Relationship Type="http://schemas.openxmlformats.org/officeDocument/2006/relationships/image" Target="/ppt/media/image16.jpeg" Id="Ra07139ce5457492e" /></Relationships>
</file>

<file path=ppt/slideLayouts/_rels/slideLayout17.xml.rels>&#65279;<?xml version="1.0" encoding="utf-8"?><Relationships xmlns="http://schemas.openxmlformats.org/package/2006/relationships"><Relationship Type="http://schemas.openxmlformats.org/officeDocument/2006/relationships/slideMaster" Target="/ppt/slideMasters/slideMaster1.xml" Id="R9ecc8e2b102c4343" /><Relationship Type="http://schemas.openxmlformats.org/officeDocument/2006/relationships/image" Target="/ppt/media/image16.jpeg" Id="Rb7cf46a5513e410e" /></Relationships>
</file>

<file path=ppt/slideLayouts/_rels/slideLayout18.xml.rels>&#65279;<?xml version="1.0" encoding="utf-8"?><Relationships xmlns="http://schemas.openxmlformats.org/package/2006/relationships"><Relationship Type="http://schemas.openxmlformats.org/officeDocument/2006/relationships/slideMaster" Target="/ppt/slideMasters/slideMaster1.xml" Id="R467f8dd6eb67497a" /><Relationship Type="http://schemas.openxmlformats.org/officeDocument/2006/relationships/image" Target="/ppt/media/image17.jpeg" Id="Rc5d59a70bb5942b9" /></Relationships>
</file>

<file path=ppt/slideLayouts/_rels/slideLayout19.xml.rels>&#65279;<?xml version="1.0" encoding="utf-8"?><Relationships xmlns="http://schemas.openxmlformats.org/package/2006/relationships"><Relationship Type="http://schemas.openxmlformats.org/officeDocument/2006/relationships/slideMaster" Target="/ppt/slideMasters/slideMaster1.xml" Id="Re2960d1f12a646df" /><Relationship Type="http://schemas.openxmlformats.org/officeDocument/2006/relationships/image" Target="/ppt/media/image18.jpeg" Id="R098bd466566a4277" /></Relationships>
</file>

<file path=ppt/slideLayouts/_rels/slideLayout20.xml.rels>&#65279;<?xml version="1.0" encoding="utf-8"?><Relationships xmlns="http://schemas.openxmlformats.org/package/2006/relationships"><Relationship Type="http://schemas.openxmlformats.org/officeDocument/2006/relationships/slideMaster" Target="/ppt/slideMasters/slideMaster1.xml" Id="R2cabfeac8e1740cf" /><Relationship Type="http://schemas.openxmlformats.org/officeDocument/2006/relationships/image" Target="/ppt/media/image16.jpeg" Id="Rce41d1fb2fa14551" /></Relationships>
</file>

<file path=ppt/slideLayouts/_rels/slideLayout21.xml.rels>&#65279;<?xml version="1.0" encoding="utf-8"?><Relationships xmlns="http://schemas.openxmlformats.org/package/2006/relationships"><Relationship Type="http://schemas.openxmlformats.org/officeDocument/2006/relationships/slideMaster" Target="/ppt/slideMasters/slideMaster1.xml" Id="R6f275f62cd2041b7" /><Relationship Type="http://schemas.openxmlformats.org/officeDocument/2006/relationships/image" Target="/ppt/media/image16.jpeg" Id="R86075b8ee2724924" /></Relationships>
</file>

<file path=ppt/slideLayouts/_rels/slideLayout22.xml.rels>&#65279;<?xml version="1.0" encoding="utf-8"?><Relationships xmlns="http://schemas.openxmlformats.org/package/2006/relationships"><Relationship Type="http://schemas.openxmlformats.org/officeDocument/2006/relationships/slideMaster" Target="/ppt/slideMasters/slideMaster1.xml" Id="Rfe781c8d1ab443da" /><Relationship Type="http://schemas.openxmlformats.org/officeDocument/2006/relationships/image" Target="/ppt/media/image15.jpeg" Id="R2b6976aeb6d54e47" /></Relationships>
</file>

<file path=ppt/slideLayouts/_rels/slideLayout23.xml.rels>&#65279;<?xml version="1.0" encoding="utf-8"?><Relationships xmlns="http://schemas.openxmlformats.org/package/2006/relationships"><Relationship Type="http://schemas.openxmlformats.org/officeDocument/2006/relationships/slideMaster" Target="/ppt/slideMasters/slideMaster1.xml" Id="Rc1c911975c674f4b" /><Relationship Type="http://schemas.openxmlformats.org/officeDocument/2006/relationships/image" Target="/ppt/media/image19.jpeg" Id="R77402685aabe4172" /></Relationships>
</file>

<file path=ppt/slideLayouts/slideLayout1.xml><?xml version="1.0" encoding="utf-8"?>
<p:sldLayout xmlns:p="http://schemas.openxmlformats.org/presentationml/2006/main" preserve="1" userDrawn="1">
  <p:cSld name="Title Slide">
    <p:bg>
      <p:bgPr>
        <a:blipFill xmlns:a="http://schemas.openxmlformats.org/drawingml/2006/main" rotWithShape="1">
          <a:blip xmlns:r="http://schemas.openxmlformats.org/officeDocument/2006/relationships" r:embed="R18e3104e5e874f57">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userDrawn="1">
  <p:cSld name="1_Title Slide">
    <p:bg>
      <p:bgPr>
        <a:blipFill xmlns:a="http://schemas.openxmlformats.org/drawingml/2006/main" rotWithShape="1">
          <a:blip xmlns:r="http://schemas.openxmlformats.org/officeDocument/2006/relationships" r:embed="Rf09cb18875f94438">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reserve="1" userDrawn="1">
  <p:cSld name="Title Slide - Editable">
    <p:bg>
      <p:bgPr>
        <a:blipFill xmlns:a="http://schemas.openxmlformats.org/drawingml/2006/main" rotWithShape="1">
          <a:blip xmlns:r="http://schemas.openxmlformats.org/officeDocument/2006/relationships" r:embed="R767e7311c4004b12">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356102" y="2154458"/>
            <a:ext cx="5012602"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1_Title Slide - Editable">
    <p:bg>
      <p:bgPr>
        <a:blipFill xmlns:a="http://schemas.openxmlformats.org/drawingml/2006/main" rotWithShape="1">
          <a:blip xmlns:r="http://schemas.openxmlformats.org/officeDocument/2006/relationships" r:embed="R4730951e6d884d74">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356102" y="2154458"/>
            <a:ext cx="5012602"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Divider 1">
    <p:bg>
      <p:bgPr>
        <a:blipFill xmlns:a="http://schemas.openxmlformats.org/drawingml/2006/main" rotWithShape="1">
          <a:blip xmlns:r="http://schemas.openxmlformats.org/officeDocument/2006/relationships" r:embed="R139884fd270e4399">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455689" y="1683678"/>
            <a:ext cx="9711351"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6.xml><?xml version="1.0" encoding="utf-8"?>
<p:sldLayout xmlns:p="http://schemas.openxmlformats.org/presentationml/2006/main" preserve="1" userDrawn="1">
  <p:cSld name="Divider 2">
    <p:bg>
      <p:bgPr>
        <a:blipFill xmlns:a="http://schemas.openxmlformats.org/drawingml/2006/main" rotWithShape="1">
          <a:blip xmlns:r="http://schemas.openxmlformats.org/officeDocument/2006/relationships" r:embed="R7c6b9cfca8ed459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455689" y="1683678"/>
            <a:ext cx="9711351"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Divder 3">
    <p:bg>
      <p:bgPr>
        <a:blipFill xmlns:a="http://schemas.openxmlformats.org/drawingml/2006/main" rotWithShape="1">
          <a:blip xmlns:r="http://schemas.openxmlformats.org/officeDocument/2006/relationships" r:embed="R0ec9bd06e0024afa">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455689" y="1683678"/>
            <a:ext cx="9711351" cy="2387600"/>
          </a:xfrm>
        </p:spPr>
        <p:txBody>
          <a:bodyPr xmlns:a="http://schemas.openxmlformats.org/drawingml/2006/main" anchor="ctr">
            <a:normAutofit/>
          </a:bodyPr>
          <a:lstStyle xmlns:a="http://schemas.openxmlformats.org/drawingml/2006/main">
            <a:lvl1pPr algn="l">
              <a:buNone/>
              <a:defRPr sz="5400">
                <a:solidFill>
                  <a:schemeClr val="tx1"/>
                </a:solidFill>
              </a:defRPr>
            </a:lvl1pPr>
          </a:lstStyle>
          <a:p xmlns:a="http://schemas.openxmlformats.org/drawingml/2006/main">
            <a:r>
              <a:t>Click to edit Master title style</a:t>
            </a:r>
          </a:p>
        </p:txBody>
      </p:sp>
    </p:spTree>
  </p:cSld>
</p:sldLayout>
</file>

<file path=ppt/slideLayouts/slideLayout8.xml><?xml version="1.0" encoding="utf-8"?>
<p:sldLayout xmlns:p="http://schemas.openxmlformats.org/presentationml/2006/main" preserve="1" userDrawn="1">
  <p:cSld name="Divider 4">
    <p:bg>
      <p:bgPr>
        <a:blipFill xmlns:a="http://schemas.openxmlformats.org/drawingml/2006/main" rotWithShape="1">
          <a:blip xmlns:r="http://schemas.openxmlformats.org/officeDocument/2006/relationships" r:embed="R5db51908ab8e4cb3">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455689" y="1683678"/>
            <a:ext cx="9711351"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9.xml><?xml version="1.0" encoding="utf-8"?>
<p:sldLayout xmlns:p="http://schemas.openxmlformats.org/presentationml/2006/main" preserve="1" userDrawn="1">
  <p:cSld name="Divider 5">
    <p:bg>
      <p:bgPr>
        <a:blipFill xmlns:a="http://schemas.openxmlformats.org/drawingml/2006/main" rotWithShape="1">
          <a:blip xmlns:r="http://schemas.openxmlformats.org/officeDocument/2006/relationships" r:embed="R438a163949994b20">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F71ACC0-FA9B-1A8A-0C04-2308327E59B3}"/>
              </a:ext>
            </a:extLst>
          </p:cNvPr>
          <p:cNvSpPr>
            <a:spLocks xmlns:a="http://schemas.openxmlformats.org/drawingml/2006/main" noGrp="1"/>
          </p:cNvSpPr>
          <p:nvPr>
            <p:ph type="ctrTitle" idx="0"/>
          </p:nvPr>
        </p:nvSpPr>
        <p:spPr>
          <a:xfrm xmlns:a="http://schemas.openxmlformats.org/drawingml/2006/main">
            <a:off x="455689" y="1683678"/>
            <a:ext cx="9711351"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10.xml><?xml version="1.0" encoding="utf-8"?>
<p:sldLayout xmlns:p="http://schemas.openxmlformats.org/presentationml/2006/main" preserve="1" userDrawn="1">
  <p:cSld name="Image divider 1">
    <p:bg>
      <p:bgPr>
        <a:blipFill xmlns:a="http://schemas.openxmlformats.org/drawingml/2006/main" rotWithShape="1">
          <a:blip xmlns:r="http://schemas.openxmlformats.org/officeDocument/2006/relationships" r:embed="Rfd2c57f0c8da4c91">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8D414EE0-1AFC-779B-28F3-92E97752B8DC}"/>
              </a:ext>
            </a:extLst>
          </p:cNvPr>
          <p:cNvSpPr>
            <a:spLocks xmlns:a="http://schemas.openxmlformats.org/drawingml/2006/main" noGrp="1"/>
          </p:cNvSpPr>
          <p:nvPr>
            <p:ph type="ctrTitle" idx="0"/>
          </p:nvPr>
        </p:nvSpPr>
        <p:spPr>
          <a:xfrm xmlns:a="http://schemas.openxmlformats.org/drawingml/2006/main">
            <a:off x="356102" y="2154458"/>
            <a:ext cx="5012602"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11.xml><?xml version="1.0" encoding="utf-8"?>
<p:sldLayout xmlns:p="http://schemas.openxmlformats.org/presentationml/2006/main" preserve="1" userDrawn="1">
  <p:cSld name="1_Image divider 1">
    <p:bg>
      <p:bgPr>
        <a:blipFill xmlns:a="http://schemas.openxmlformats.org/drawingml/2006/main" rotWithShape="1">
          <a:blip xmlns:r="http://schemas.openxmlformats.org/officeDocument/2006/relationships" r:embed="R2260f2c31b214141">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8D414EE0-1AFC-779B-28F3-92E97752B8DC}"/>
              </a:ext>
            </a:extLst>
          </p:cNvPr>
          <p:cNvSpPr>
            <a:spLocks xmlns:a="http://schemas.openxmlformats.org/drawingml/2006/main" noGrp="1"/>
          </p:cNvSpPr>
          <p:nvPr>
            <p:ph type="ctrTitle" idx="0"/>
          </p:nvPr>
        </p:nvSpPr>
        <p:spPr>
          <a:xfrm xmlns:a="http://schemas.openxmlformats.org/drawingml/2006/main">
            <a:off x="356102" y="2154458"/>
            <a:ext cx="5012602" cy="2387600"/>
          </a:xfrm>
        </p:spPr>
        <p:txBody>
          <a:bodyPr xmlns:a="http://schemas.openxmlformats.org/drawingml/2006/main" anchor="ctr">
            <a:normAutofit/>
          </a:bodyPr>
          <a:lstStyle xmlns:a="http://schemas.openxmlformats.org/drawingml/2006/main">
            <a:lvl1pPr algn="l">
              <a:buNone/>
              <a:defRPr sz="5400">
                <a:solidFill>
                  <a:schemeClr val="bg1"/>
                </a:solidFill>
              </a:defRPr>
            </a:lvl1pPr>
          </a:lstStyle>
          <a:p xmlns:a="http://schemas.openxmlformats.org/drawingml/2006/main">
            <a:r>
              <a:t>Click to edit Master title style</a:t>
            </a:r>
          </a:p>
        </p:txBody>
      </p:sp>
    </p:spTree>
  </p:cSld>
</p:sldLayout>
</file>

<file path=ppt/slideLayouts/slideLayout12.xml><?xml version="1.0" encoding="utf-8"?>
<p:sldLayout xmlns:p="http://schemas.openxmlformats.org/presentationml/2006/main" preserve="1" userDrawn="1">
  <p:cSld name="Image divider 2">
    <p:bg>
      <p:bgPr>
        <a:blipFill xmlns:a="http://schemas.openxmlformats.org/drawingml/2006/main" rotWithShape="1">
          <a:blip xmlns:r="http://schemas.openxmlformats.org/officeDocument/2006/relationships" r:embed="R893c6e3fa33e4bad">
            <a:lum/>
          </a:blip>
          <a:srcRect l="0" t="0" r="0" b="0"/>
          <a:stretch>
            <a:fillRect l="0" t="0" r="0" b="0"/>
          </a:stretch>
        </a:blipFill>
      </p:bgPr>
    </p:bg>
    <p:spTree>
      <p:nvGrpSpPr>
        <p:cNvPr id="1" name=""/>
        <p:cNvGrpSpPr/>
        <p:nvPr/>
      </p:nvGrpSpPr>
      <p:grpSpPr>
        <a:xfrm xmlns:a="http://schemas.openxmlformats.org/drawingml/2006/main"/>
      </p:grpSpPr>
      <p:sp>
        <p:nvSpPr>
          <p:cNvPr id="3" name="Title 1">
            <a:extLst xmlns:a="http://schemas.openxmlformats.org/drawingml/2006/main">
              <a:ext uri="{FF2B5EF4-FFF2-40B4-BE49-F238E27FC236}">
                <a16:creationId xmlns:a16="http://schemas.microsoft.com/office/drawing/2014/main" id="{8D414EE0-1AFC-779B-28F3-92E97752B8DC}"/>
              </a:ext>
            </a:extLst>
          </p:cNvPr>
          <p:cNvSpPr>
            <a:spLocks xmlns:a="http://schemas.openxmlformats.org/drawingml/2006/main" noGrp="1"/>
          </p:cNvSpPr>
          <p:nvPr>
            <p:ph type="ctrTitle" idx="0"/>
          </p:nvPr>
        </p:nvSpPr>
        <p:spPr>
          <a:xfrm xmlns:a="http://schemas.openxmlformats.org/drawingml/2006/main">
            <a:off x="356102" y="1384914"/>
            <a:ext cx="5012602" cy="2387600"/>
          </a:xfrm>
        </p:spPr>
        <p:txBody>
          <a:bodyPr xmlns:a="http://schemas.openxmlformats.org/drawingml/2006/main" anchor="ctr">
            <a:normAutofit/>
          </a:bodyPr>
          <a:lstStyle xmlns:a="http://schemas.openxmlformats.org/drawingml/2006/main">
            <a:lvl1pPr algn="l">
              <a:buNone/>
              <a:defRPr sz="5400">
                <a:solidFill>
                  <a:schemeClr val="tx1"/>
                </a:solidFill>
              </a:defRPr>
            </a:lvl1pPr>
          </a:lstStyle>
          <a:p xmlns:a="http://schemas.openxmlformats.org/drawingml/2006/main">
            <a:r>
              <a:t>Click to edit Master title style</a:t>
            </a:r>
          </a:p>
        </p:txBody>
      </p:sp>
    </p:spTree>
  </p:cSld>
</p:sldLayout>
</file>

<file path=ppt/slideLayouts/slideLayout13.xml><?xml version="1.0" encoding="utf-8"?>
<p:sldLayout xmlns:p="http://schemas.openxmlformats.org/presentationml/2006/main" type="obj" preserve="1">
  <p:cSld name="Text and image 1">
    <p:bg>
      <p:bgPr>
        <a:blipFill xmlns:a="http://schemas.openxmlformats.org/drawingml/2006/main" rotWithShape="1">
          <a:blip xmlns:r="http://schemas.openxmlformats.org/officeDocument/2006/relationships" r:embed="Rd565d7d2be9c4eff">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44099-9C34-5CE8-8387-557FDF013767}"/>
              </a:ext>
            </a:extLst>
          </p:cNvPr>
          <p:cNvSpPr>
            <a:spLocks xmlns:a="http://schemas.openxmlformats.org/drawingml/2006/main" noGrp="1"/>
          </p:cNvSpPr>
          <p:nvPr>
            <p:ph type="title" idx="0"/>
          </p:nvPr>
        </p:nvSpPr>
        <p:spPr>
          <a:xfrm xmlns:a="http://schemas.openxmlformats.org/drawingml/2006/main">
            <a:off x="430794" y="1023042"/>
            <a:ext cx="7337079"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50C284-DB54-6B3A-BB08-EAFB44027DBF}"/>
              </a:ext>
            </a:extLst>
          </p:cNvPr>
          <p:cNvSpPr>
            <a:spLocks xmlns:a="http://schemas.openxmlformats.org/drawingml/2006/main" noGrp="1"/>
          </p:cNvSpPr>
          <p:nvPr>
            <p:ph idx="1"/>
          </p:nvPr>
        </p:nvSpPr>
        <p:spPr>
          <a:xfrm xmlns:a="http://schemas.openxmlformats.org/drawingml/2006/main">
            <a:off x="430794" y="1952374"/>
            <a:ext cx="7337079"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4.xml><?xml version="1.0" encoding="utf-8"?>
<p:sldLayout xmlns:p="http://schemas.openxmlformats.org/presentationml/2006/main" type="obj" preserve="1">
  <p:cSld name="Text and image 2">
    <p:bg>
      <p:bgPr>
        <a:blipFill xmlns:a="http://schemas.openxmlformats.org/drawingml/2006/main" rotWithShape="1">
          <a:blip xmlns:r="http://schemas.openxmlformats.org/officeDocument/2006/relationships" r:embed="R44dd15b92907403a">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44099-9C34-5CE8-8387-557FDF013767}"/>
              </a:ext>
            </a:extLst>
          </p:cNvPr>
          <p:cNvSpPr>
            <a:spLocks xmlns:a="http://schemas.openxmlformats.org/drawingml/2006/main" noGrp="1"/>
          </p:cNvSpPr>
          <p:nvPr>
            <p:ph type="title" idx="0"/>
          </p:nvPr>
        </p:nvSpPr>
        <p:spPr>
          <a:xfrm xmlns:a="http://schemas.openxmlformats.org/drawingml/2006/main">
            <a:off x="430794" y="1023042"/>
            <a:ext cx="7337079"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50C284-DB54-6B3A-BB08-EAFB44027DBF}"/>
              </a:ext>
            </a:extLst>
          </p:cNvPr>
          <p:cNvSpPr>
            <a:spLocks xmlns:a="http://schemas.openxmlformats.org/drawingml/2006/main" noGrp="1"/>
          </p:cNvSpPr>
          <p:nvPr>
            <p:ph idx="1"/>
          </p:nvPr>
        </p:nvSpPr>
        <p:spPr>
          <a:xfrm xmlns:a="http://schemas.openxmlformats.org/drawingml/2006/main">
            <a:off x="430794" y="1952374"/>
            <a:ext cx="7337079"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5.xml><?xml version="1.0" encoding="utf-8"?>
<p:sldLayout xmlns:p="http://schemas.openxmlformats.org/presentationml/2006/main" type="obj" preserve="1">
  <p:cSld name="1_Text and logos">
    <p:bg>
      <p:bgPr>
        <a:blipFill xmlns:a="http://schemas.openxmlformats.org/drawingml/2006/main" rotWithShape="1">
          <a:blip xmlns:r="http://schemas.openxmlformats.org/officeDocument/2006/relationships" r:embed="R00b9623cf1c84b14">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44099-9C34-5CE8-8387-557FDF013767}"/>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50C284-DB54-6B3A-BB08-EAFB44027DBF}"/>
              </a:ext>
            </a:extLst>
          </p:cNvPr>
          <p:cNvSpPr>
            <a:spLocks xmlns:a="http://schemas.openxmlformats.org/drawingml/2006/main" noGrp="1"/>
          </p:cNvSpPr>
          <p:nvPr>
            <p:ph idx="1"/>
          </p:nvPr>
        </p:nvSpPr>
        <p:spPr>
          <a:xfrm xmlns:a="http://schemas.openxmlformats.org/drawingml/2006/main">
            <a:off x="430794" y="1952374"/>
            <a:ext cx="11293444" cy="4330731"/>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6.xml><?xml version="1.0" encoding="utf-8"?>
<p:sldLayout xmlns:p="http://schemas.openxmlformats.org/presentationml/2006/main" preserve="1" userDrawn="1">
  <p:cSld name="Two Content">
    <p:bg>
      <p:bgPr>
        <a:blipFill xmlns:a="http://schemas.openxmlformats.org/drawingml/2006/main" rotWithShape="1">
          <a:blip xmlns:r="http://schemas.openxmlformats.org/officeDocument/2006/relationships" r:embed="Ra07139ce5457492e">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6CF2DCDF-5CC4-CB00-9A72-4FA0DB40B207}"/>
              </a:ext>
            </a:extLst>
          </p:cNvPr>
          <p:cNvSpPr>
            <a:spLocks xmlns:a="http://schemas.openxmlformats.org/drawingml/2006/main" noGrp="1"/>
          </p:cNvSpPr>
          <p:nvPr>
            <p:ph idx="1"/>
          </p:nvPr>
        </p:nvSpPr>
        <p:spPr>
          <a:xfrm xmlns:a="http://schemas.openxmlformats.org/drawingml/2006/main">
            <a:off x="430794" y="1979534"/>
            <a:ext cx="5589006"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1B27F821-23A1-E30C-4CF7-BCB0A54C884C}"/>
              </a:ext>
            </a:extLst>
          </p:cNvPr>
          <p:cNvSpPr>
            <a:spLocks xmlns:a="http://schemas.openxmlformats.org/drawingml/2006/main" noGrp="1"/>
          </p:cNvSpPr>
          <p:nvPr>
            <p:ph idx="2"/>
          </p:nvPr>
        </p:nvSpPr>
        <p:spPr>
          <a:xfrm xmlns:a="http://schemas.openxmlformats.org/drawingml/2006/main">
            <a:off x="6172200" y="1979534"/>
            <a:ext cx="5552038"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Title 1">
            <a:extLst xmlns:a="http://schemas.openxmlformats.org/drawingml/2006/main">
              <a:ext uri="{FF2B5EF4-FFF2-40B4-BE49-F238E27FC236}">
                <a16:creationId xmlns:a16="http://schemas.microsoft.com/office/drawing/2014/main" id="{FF4A5FE2-7F9A-3783-1BA6-A18388F5F178}"/>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Tree>
  </p:cSld>
</p:sldLayout>
</file>

<file path=ppt/slideLayouts/slideLayout17.xml><?xml version="1.0" encoding="utf-8"?>
<p:sldLayout xmlns:p="http://schemas.openxmlformats.org/presentationml/2006/main" preserve="1" userDrawn="1">
  <p:cSld name="Three Content">
    <p:bg>
      <p:bgPr>
        <a:blipFill xmlns:a="http://schemas.openxmlformats.org/drawingml/2006/main" rotWithShape="1">
          <a:blip xmlns:r="http://schemas.openxmlformats.org/officeDocument/2006/relationships" r:embed="Rb7cf46a5513e410e">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6CF2DCDF-5CC4-CB00-9A72-4FA0DB40B207}"/>
              </a:ext>
            </a:extLst>
          </p:cNvPr>
          <p:cNvSpPr>
            <a:spLocks xmlns:a="http://schemas.openxmlformats.org/drawingml/2006/main" noGrp="1"/>
          </p:cNvSpPr>
          <p:nvPr>
            <p:ph idx="1"/>
          </p:nvPr>
        </p:nvSpPr>
        <p:spPr>
          <a:xfrm xmlns:a="http://schemas.openxmlformats.org/drawingml/2006/main">
            <a:off x="430793" y="1979534"/>
            <a:ext cx="3604254"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Title 1">
            <a:extLst xmlns:a="http://schemas.openxmlformats.org/drawingml/2006/main">
              <a:ext uri="{FF2B5EF4-FFF2-40B4-BE49-F238E27FC236}">
                <a16:creationId xmlns:a16="http://schemas.microsoft.com/office/drawing/2014/main" id="{FF4A5FE2-7F9A-3783-1BA6-A18388F5F178}"/>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5" name="Content Placeholder 2">
            <a:extLst xmlns:a="http://schemas.openxmlformats.org/drawingml/2006/main">
              <a:ext uri="{FF2B5EF4-FFF2-40B4-BE49-F238E27FC236}">
                <a16:creationId xmlns:a16="http://schemas.microsoft.com/office/drawing/2014/main" id="{39B8B3E1-3E22-853B-33F7-08DB9B6F05C9}"/>
              </a:ext>
            </a:extLst>
          </p:cNvPr>
          <p:cNvSpPr>
            <a:spLocks xmlns:a="http://schemas.openxmlformats.org/drawingml/2006/main" noGrp="1"/>
          </p:cNvSpPr>
          <p:nvPr>
            <p:ph idx="10"/>
          </p:nvPr>
        </p:nvSpPr>
        <p:spPr>
          <a:xfrm xmlns:a="http://schemas.openxmlformats.org/drawingml/2006/main">
            <a:off x="4293873" y="1989591"/>
            <a:ext cx="3604254"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 name="Content Placeholder 2">
            <a:extLst xmlns:a="http://schemas.openxmlformats.org/drawingml/2006/main">
              <a:ext uri="{FF2B5EF4-FFF2-40B4-BE49-F238E27FC236}">
                <a16:creationId xmlns:a16="http://schemas.microsoft.com/office/drawing/2014/main" id="{03F7CAF5-096C-F6FE-105D-033F35B064E8}"/>
              </a:ext>
            </a:extLst>
          </p:cNvPr>
          <p:cNvSpPr>
            <a:spLocks xmlns:a="http://schemas.openxmlformats.org/drawingml/2006/main" noGrp="1"/>
          </p:cNvSpPr>
          <p:nvPr>
            <p:ph idx="11"/>
          </p:nvPr>
        </p:nvSpPr>
        <p:spPr>
          <a:xfrm xmlns:a="http://schemas.openxmlformats.org/drawingml/2006/main">
            <a:off x="8119985" y="1979534"/>
            <a:ext cx="3604253"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8.xml><?xml version="1.0" encoding="utf-8"?>
<p:sldLayout xmlns:p="http://schemas.openxmlformats.org/presentationml/2006/main" type="obj" preserve="1">
  <p:cSld name="Text and stat slide">
    <p:bg>
      <p:bgPr>
        <a:blipFill xmlns:a="http://schemas.openxmlformats.org/drawingml/2006/main" rotWithShape="1">
          <a:blip xmlns:r="http://schemas.openxmlformats.org/officeDocument/2006/relationships" r:embed="Rc5d59a70bb5942b9">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44099-9C34-5CE8-8387-557FDF013767}"/>
              </a:ext>
            </a:extLst>
          </p:cNvPr>
          <p:cNvSpPr>
            <a:spLocks xmlns:a="http://schemas.openxmlformats.org/drawingml/2006/main" noGrp="1"/>
          </p:cNvSpPr>
          <p:nvPr>
            <p:ph type="title" idx="0"/>
          </p:nvPr>
        </p:nvSpPr>
        <p:spPr>
          <a:xfrm xmlns:a="http://schemas.openxmlformats.org/drawingml/2006/main">
            <a:off x="430794" y="1023042"/>
            <a:ext cx="8150498"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50C284-DB54-6B3A-BB08-EAFB44027DBF}"/>
              </a:ext>
            </a:extLst>
          </p:cNvPr>
          <p:cNvSpPr>
            <a:spLocks xmlns:a="http://schemas.openxmlformats.org/drawingml/2006/main" noGrp="1"/>
          </p:cNvSpPr>
          <p:nvPr>
            <p:ph idx="1"/>
          </p:nvPr>
        </p:nvSpPr>
        <p:spPr>
          <a:xfrm xmlns:a="http://schemas.openxmlformats.org/drawingml/2006/main">
            <a:off x="430794" y="1952374"/>
            <a:ext cx="8150498"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19.xml><?xml version="1.0" encoding="utf-8"?>
<p:sldLayout xmlns:p="http://schemas.openxmlformats.org/presentationml/2006/main" type="obj" preserve="1">
  <p:cSld name="Text and testimonial">
    <p:bg>
      <p:bgPr>
        <a:blipFill xmlns:a="http://schemas.openxmlformats.org/drawingml/2006/main" rotWithShape="1">
          <a:blip xmlns:r="http://schemas.openxmlformats.org/officeDocument/2006/relationships" r:embed="R098bd466566a427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844099-9C34-5CE8-8387-557FDF013767}"/>
              </a:ext>
            </a:extLst>
          </p:cNvPr>
          <p:cNvSpPr>
            <a:spLocks xmlns:a="http://schemas.openxmlformats.org/drawingml/2006/main" noGrp="1"/>
          </p:cNvSpPr>
          <p:nvPr>
            <p:ph type="title" idx="0"/>
          </p:nvPr>
        </p:nvSpPr>
        <p:spPr>
          <a:xfrm xmlns:a="http://schemas.openxmlformats.org/drawingml/2006/main">
            <a:off x="430794" y="1023042"/>
            <a:ext cx="74119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650C284-DB54-6B3A-BB08-EAFB44027DBF}"/>
              </a:ext>
            </a:extLst>
          </p:cNvPr>
          <p:cNvSpPr>
            <a:spLocks xmlns:a="http://schemas.openxmlformats.org/drawingml/2006/main" noGrp="1"/>
          </p:cNvSpPr>
          <p:nvPr>
            <p:ph idx="1"/>
          </p:nvPr>
        </p:nvSpPr>
        <p:spPr>
          <a:xfrm xmlns:a="http://schemas.openxmlformats.org/drawingml/2006/main">
            <a:off x="430794" y="1952374"/>
            <a:ext cx="7411944"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Tree>
  </p:cSld>
</p:sldLayout>
</file>

<file path=ppt/slideLayouts/slideLayout20.xml><?xml version="1.0" encoding="utf-8"?>
<p:sldLayout xmlns:p="http://schemas.openxmlformats.org/presentationml/2006/main" preserve="1" userDrawn="1">
  <p:cSld name="Single Column with Image">
    <p:bg>
      <p:bgPr>
        <a:blipFill xmlns:a="http://schemas.openxmlformats.org/drawingml/2006/main" rotWithShape="1">
          <a:blip xmlns:r="http://schemas.openxmlformats.org/officeDocument/2006/relationships" r:embed="Rce41d1fb2fa14551">
            <a:lum/>
          </a:blip>
          <a:srcRect l="0" t="0" r="0" b="0"/>
          <a:stretch>
            <a:fillRect l="0" t="0" r="0" b="0"/>
          </a:stretch>
        </a:blipFill>
      </p:bgPr>
    </p:bg>
    <p:spTree>
      <p:nvGrpSpPr>
        <p:cNvPr id="1" name=""/>
        <p:cNvGrpSpPr/>
        <p:nvPr/>
      </p:nvGrpSpPr>
      <p:grpSpPr>
        <a:xfrm xmlns:a="http://schemas.openxmlformats.org/drawingml/2006/main"/>
      </p:grpSpPr>
      <p:sp>
        <p:nvSpPr>
          <p:cNvPr id="3" name="Content Placeholder 2">
            <a:extLst xmlns:a="http://schemas.openxmlformats.org/drawingml/2006/main">
              <a:ext uri="{FF2B5EF4-FFF2-40B4-BE49-F238E27FC236}">
                <a16:creationId xmlns:a16="http://schemas.microsoft.com/office/drawing/2014/main" id="{6CF2DCDF-5CC4-CB00-9A72-4FA0DB40B207}"/>
              </a:ext>
            </a:extLst>
          </p:cNvPr>
          <p:cNvSpPr>
            <a:spLocks xmlns:a="http://schemas.openxmlformats.org/drawingml/2006/main" noGrp="1"/>
          </p:cNvSpPr>
          <p:nvPr>
            <p:ph idx="1"/>
          </p:nvPr>
        </p:nvSpPr>
        <p:spPr>
          <a:xfrm xmlns:a="http://schemas.openxmlformats.org/drawingml/2006/main">
            <a:off x="430794" y="1979534"/>
            <a:ext cx="5589006"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 name="Title 1">
            <a:extLst xmlns:a="http://schemas.openxmlformats.org/drawingml/2006/main">
              <a:ext uri="{FF2B5EF4-FFF2-40B4-BE49-F238E27FC236}">
                <a16:creationId xmlns:a16="http://schemas.microsoft.com/office/drawing/2014/main" id="{FF4A5FE2-7F9A-3783-1BA6-A18388F5F178}"/>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5" name="Picture Placeholder 4">
            <a:extLst xmlns:a="http://schemas.openxmlformats.org/drawingml/2006/main">
              <a:ext uri="{FF2B5EF4-FFF2-40B4-BE49-F238E27FC236}">
                <a16:creationId xmlns:a16="http://schemas.microsoft.com/office/drawing/2014/main" id="{1D4466F3-6EF4-7C6C-700F-D82BD03B0915}"/>
              </a:ext>
            </a:extLst>
          </p:cNvPr>
          <p:cNvSpPr>
            <a:spLocks xmlns:a="http://schemas.openxmlformats.org/drawingml/2006/main" noGrp="1"/>
          </p:cNvSpPr>
          <p:nvPr>
            <p:ph type="pic" idx="10"/>
          </p:nvPr>
        </p:nvSpPr>
        <p:spPr>
          <a:xfrm xmlns:a="http://schemas.openxmlformats.org/drawingml/2006/main">
            <a:off x="6096000" y="1979613"/>
            <a:ext cx="5627688" cy="4351337"/>
          </a:xfr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1.xml><?xml version="1.0" encoding="utf-8"?>
<p:sldLayout xmlns:p="http://schemas.openxmlformats.org/presentationml/2006/main" preserve="1" userDrawn="1">
  <p:cSld name="Chart">
    <p:bg>
      <p:bgPr>
        <a:blipFill xmlns:a="http://schemas.openxmlformats.org/drawingml/2006/main" rotWithShape="1">
          <a:blip xmlns:r="http://schemas.openxmlformats.org/officeDocument/2006/relationships" r:embed="R86075b8ee2724924">
            <a:lum/>
          </a:blip>
          <a:srcRect l="0" t="0" r="0" b="0"/>
          <a:stretch>
            <a:fillRect l="0" t="0" r="0" b="0"/>
          </a:stretch>
        </a:blipFill>
      </p:bgPr>
    </p:bg>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F4A5FE2-7F9A-3783-1BA6-A18388F5F178}"/>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4" name="Chart Placeholder 3">
            <a:extLst xmlns:a="http://schemas.openxmlformats.org/drawingml/2006/main">
              <a:ext uri="{FF2B5EF4-FFF2-40B4-BE49-F238E27FC236}">
                <a16:creationId xmlns:a16="http://schemas.microsoft.com/office/drawing/2014/main" id="{06F8C7EE-44FF-25E2-FD85-4A9A4E59F43C}"/>
              </a:ext>
            </a:extLst>
          </p:cNvPr>
          <p:cNvSpPr>
            <a:spLocks xmlns:a="http://schemas.openxmlformats.org/drawingml/2006/main" noGrp="1"/>
          </p:cNvSpPr>
          <p:nvPr>
            <p:ph type="chart" idx="10"/>
          </p:nvPr>
        </p:nvSpPr>
        <p:spPr>
          <a:xfrm xmlns:a="http://schemas.openxmlformats.org/drawingml/2006/main">
            <a:off x="430213" y="1928813"/>
            <a:ext cx="11293475" cy="4354512"/>
          </a:xfr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2.xml><?xml version="1.0" encoding="utf-8"?>
<p:sldLayout xmlns:p="http://schemas.openxmlformats.org/presentationml/2006/main" preserve="1" userDrawn="1">
  <p:cSld name="Table">
    <p:bg>
      <p:bgPr>
        <a:blipFill xmlns:a="http://schemas.openxmlformats.org/drawingml/2006/main" rotWithShape="1">
          <a:blip xmlns:r="http://schemas.openxmlformats.org/officeDocument/2006/relationships" r:embed="R2b6976aeb6d54e47">
            <a:lum/>
          </a:blip>
          <a:srcRect l="0" t="0" r="0" b="0"/>
          <a:stretch>
            <a:fillRect l="0" t="0" r="0" b="0"/>
          </a:stretch>
        </a:blipFill>
      </p:bgPr>
    </p:bg>
    <p:spTree>
      <p:nvGrpSpPr>
        <p:cNvPr id="1" name=""/>
        <p:cNvGrpSpPr/>
        <p:nvPr/>
      </p:nvGrpSpPr>
      <p:grpSpPr>
        <a:xfrm xmlns:a="http://schemas.openxmlformats.org/drawingml/2006/main"/>
      </p:grpSpPr>
      <p:sp>
        <p:nvSpPr>
          <p:cNvPr id="8" name="Title 1">
            <a:extLst xmlns:a="http://schemas.openxmlformats.org/drawingml/2006/main">
              <a:ext uri="{FF2B5EF4-FFF2-40B4-BE49-F238E27FC236}">
                <a16:creationId xmlns:a16="http://schemas.microsoft.com/office/drawing/2014/main" id="{FF4A5FE2-7F9A-3783-1BA6-A18388F5F178}"/>
              </a:ext>
            </a:extLst>
          </p:cNvPr>
          <p:cNvSpPr>
            <a:spLocks xmlns:a="http://schemas.openxmlformats.org/drawingml/2006/main" noGrp="1"/>
          </p:cNvSpPr>
          <p:nvPr>
            <p:ph type="title" idx="0"/>
          </p:nvPr>
        </p:nvSpPr>
        <p:spPr>
          <a:xfrm xmlns:a="http://schemas.openxmlformats.org/drawingml/2006/main">
            <a:off x="430794" y="1023042"/>
            <a:ext cx="11293444" cy="79439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Table Placeholder 2">
            <a:extLst xmlns:a="http://schemas.openxmlformats.org/drawingml/2006/main">
              <a:ext uri="{FF2B5EF4-FFF2-40B4-BE49-F238E27FC236}">
                <a16:creationId xmlns:a16="http://schemas.microsoft.com/office/drawing/2014/main" id="{9F2E8F34-9DD5-6734-21E2-9B7CCAD9F297}"/>
              </a:ext>
            </a:extLst>
          </p:cNvPr>
          <p:cNvSpPr>
            <a:spLocks xmlns:a="http://schemas.openxmlformats.org/drawingml/2006/main" noGrp="1"/>
          </p:cNvSpPr>
          <p:nvPr>
            <p:ph type="tbl" idx="10"/>
          </p:nvPr>
        </p:nvSpPr>
        <p:spPr>
          <a:xfrm xmlns:a="http://schemas.openxmlformats.org/drawingml/2006/main">
            <a:off x="430213" y="1919288"/>
            <a:ext cx="11293475" cy="4391025"/>
          </a:xfrm>
        </p:spPr>
        <p:txBody>
          <a:bodyPr xmlns:a="http://schemas.openxmlformats.org/drawingml/2006/main"/>
          <a:lstStyle xmlns:a="http://schemas.openxmlformats.org/drawingml/2006/main"/>
          <a:p xmlns:a="http://schemas.openxmlformats.org/drawingml/2006/main">
            <a:endParaRPr/>
          </a:p>
        </p:txBody>
      </p:sp>
    </p:spTree>
  </p:cSld>
</p:sldLayout>
</file>

<file path=ppt/slideLayouts/slideLayout23.xml><?xml version="1.0" encoding="utf-8"?>
<p:sldLayout xmlns:p="http://schemas.openxmlformats.org/presentationml/2006/main" preserve="1" userDrawn="1">
  <p:cSld name="Thank You">
    <p:bg>
      <p:bgPr>
        <a:blipFill xmlns:a="http://schemas.openxmlformats.org/drawingml/2006/main" rotWithShape="1">
          <a:blip xmlns:r="http://schemas.openxmlformats.org/officeDocument/2006/relationships" r:embed="R77402685aabe4172">
            <a:lum/>
          </a:blip>
          <a:srcRect l="0" t="0" r="0" b="0"/>
          <a:stretch>
            <a:fillRect l="0" t="0" r="0" b="0"/>
          </a:stretch>
        </a:blip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fe6af567c04df5" /><Relationship Type="http://schemas.openxmlformats.org/officeDocument/2006/relationships/slideLayout" Target="/ppt/slideLayouts/slideLayout1.xml" Id="R63a07131679c40ce" /><Relationship Type="http://schemas.openxmlformats.org/officeDocument/2006/relationships/slideLayout" Target="/ppt/slideLayouts/slideLayout2.xml" Id="R58984a35e87145e3" /><Relationship Type="http://schemas.openxmlformats.org/officeDocument/2006/relationships/slideLayout" Target="/ppt/slideLayouts/slideLayout3.xml" Id="R3456d12acd1740c8" /><Relationship Type="http://schemas.openxmlformats.org/officeDocument/2006/relationships/slideLayout" Target="/ppt/slideLayouts/slideLayout4.xml" Id="Rebe782fea14a4d76" /><Relationship Type="http://schemas.openxmlformats.org/officeDocument/2006/relationships/slideLayout" Target="/ppt/slideLayouts/slideLayout5.xml" Id="R691346f694314c8d" /><Relationship Type="http://schemas.openxmlformats.org/officeDocument/2006/relationships/slideLayout" Target="/ppt/slideLayouts/slideLayout6.xml" Id="R1122f3e628af4e0c" /><Relationship Type="http://schemas.openxmlformats.org/officeDocument/2006/relationships/slideLayout" Target="/ppt/slideLayouts/slideLayout7.xml" Id="R99ac9f55da5b4d8a" /><Relationship Type="http://schemas.openxmlformats.org/officeDocument/2006/relationships/slideLayout" Target="/ppt/slideLayouts/slideLayout8.xml" Id="R7ade04b059be4218" /><Relationship Type="http://schemas.openxmlformats.org/officeDocument/2006/relationships/slideLayout" Target="/ppt/slideLayouts/slideLayout9.xml" Id="Rb0d1fd1f7f8c4953" /><Relationship Type="http://schemas.openxmlformats.org/officeDocument/2006/relationships/slideLayout" Target="/ppt/slideLayouts/slideLayout10.xml" Id="R1de757d65b6a4a29" /><Relationship Type="http://schemas.openxmlformats.org/officeDocument/2006/relationships/slideLayout" Target="/ppt/slideLayouts/slideLayout11.xml" Id="Rf037f55c78eb4ce5" /><Relationship Type="http://schemas.openxmlformats.org/officeDocument/2006/relationships/slideLayout" Target="/ppt/slideLayouts/slideLayout12.xml" Id="R39132da6be0346f1" /><Relationship Type="http://schemas.openxmlformats.org/officeDocument/2006/relationships/slideLayout" Target="/ppt/slideLayouts/slideLayout13.xml" Id="Rb355e9ce29274375" /><Relationship Type="http://schemas.openxmlformats.org/officeDocument/2006/relationships/slideLayout" Target="/ppt/slideLayouts/slideLayout14.xml" Id="Rbd830d0653bb44f6" /><Relationship Type="http://schemas.openxmlformats.org/officeDocument/2006/relationships/slideLayout" Target="/ppt/slideLayouts/slideLayout15.xml" Id="R104754f84b8e4b75" /><Relationship Type="http://schemas.openxmlformats.org/officeDocument/2006/relationships/slideLayout" Target="/ppt/slideLayouts/slideLayout16.xml" Id="R1d56ac9f01184ba1" /><Relationship Type="http://schemas.openxmlformats.org/officeDocument/2006/relationships/slideLayout" Target="/ppt/slideLayouts/slideLayout17.xml" Id="R8162fb4824b7450e" /><Relationship Type="http://schemas.openxmlformats.org/officeDocument/2006/relationships/slideLayout" Target="/ppt/slideLayouts/slideLayout18.xml" Id="Rb856691cc27f4b47" /><Relationship Type="http://schemas.openxmlformats.org/officeDocument/2006/relationships/slideLayout" Target="/ppt/slideLayouts/slideLayout19.xml" Id="Rd08d0ef119134de6" /><Relationship Type="http://schemas.openxmlformats.org/officeDocument/2006/relationships/slideLayout" Target="/ppt/slideLayouts/slideLayout20.xml" Id="R29c0eea3fd2d4a85" /><Relationship Type="http://schemas.openxmlformats.org/officeDocument/2006/relationships/slideLayout" Target="/ppt/slideLayouts/slideLayout21.xml" Id="Rf10a85bca8664b48" /><Relationship Type="http://schemas.openxmlformats.org/officeDocument/2006/relationships/slideLayout" Target="/ppt/slideLayouts/slideLayout22.xml" Id="R36fd1d70ced944cf" /><Relationship Type="http://schemas.openxmlformats.org/officeDocument/2006/relationships/slideLayout" Target="/ppt/slideLayouts/slideLayout23.xml" Id="R7a004dd21640466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88C7BB9-ED14-2EE7-B747-6D3AC509C6F7}"/>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FC5B5F42-1935-63EA-A56F-BCFFCC5F3844}"/>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4A4FD98-5FB3-0F33-190B-F09E379EA8D3}"/>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577B4DDA-DC7A-BA44-95F8-6F5B47B98114}" type="datetimeFigureOut">
              <a:t>9/9/26</a:t>
            </a:fld>
            <a:endParaRPr/>
          </a:p>
        </p:txBody>
      </p:sp>
      <p:sp>
        <p:nvSpPr>
          <p:cNvPr id="5" name="Footer Placeholder 4">
            <a:extLst xmlns:a="http://schemas.openxmlformats.org/drawingml/2006/main">
              <a:ext uri="{FF2B5EF4-FFF2-40B4-BE49-F238E27FC236}">
                <a16:creationId xmlns:a16="http://schemas.microsoft.com/office/drawing/2014/main" id="{34199F5F-1ACA-4A1A-5173-27733EE4567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FB4C4A5E-3279-A2E1-BFFA-8259ABF8BC4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3a07131679c40ce"/>
    <p:sldLayoutId xmlns:r="http://schemas.openxmlformats.org/officeDocument/2006/relationships" id="2147483650" r:id="R58984a35e87145e3"/>
    <p:sldLayoutId xmlns:r="http://schemas.openxmlformats.org/officeDocument/2006/relationships" id="2147483651" r:id="R3456d12acd1740c8"/>
    <p:sldLayoutId xmlns:r="http://schemas.openxmlformats.org/officeDocument/2006/relationships" id="2147483652" r:id="Rebe782fea14a4d76"/>
    <p:sldLayoutId xmlns:r="http://schemas.openxmlformats.org/officeDocument/2006/relationships" id="2147483653" r:id="R691346f694314c8d"/>
    <p:sldLayoutId xmlns:r="http://schemas.openxmlformats.org/officeDocument/2006/relationships" id="2147483654" r:id="R1122f3e628af4e0c"/>
    <p:sldLayoutId xmlns:r="http://schemas.openxmlformats.org/officeDocument/2006/relationships" id="2147483655" r:id="R99ac9f55da5b4d8a"/>
    <p:sldLayoutId xmlns:r="http://schemas.openxmlformats.org/officeDocument/2006/relationships" id="2147483656" r:id="R7ade04b059be4218"/>
    <p:sldLayoutId xmlns:r="http://schemas.openxmlformats.org/officeDocument/2006/relationships" id="2147483657" r:id="Rb0d1fd1f7f8c4953"/>
    <p:sldLayoutId xmlns:r="http://schemas.openxmlformats.org/officeDocument/2006/relationships" id="2147483658" r:id="R1de757d65b6a4a29"/>
    <p:sldLayoutId xmlns:r="http://schemas.openxmlformats.org/officeDocument/2006/relationships" id="2147483659" r:id="Rf037f55c78eb4ce5"/>
    <p:sldLayoutId xmlns:r="http://schemas.openxmlformats.org/officeDocument/2006/relationships" id="2147483660" r:id="R39132da6be0346f1"/>
    <p:sldLayoutId xmlns:r="http://schemas.openxmlformats.org/officeDocument/2006/relationships" id="2147483661" r:id="Rb355e9ce29274375"/>
    <p:sldLayoutId xmlns:r="http://schemas.openxmlformats.org/officeDocument/2006/relationships" id="2147483662" r:id="Rbd830d0653bb44f6"/>
    <p:sldLayoutId xmlns:r="http://schemas.openxmlformats.org/officeDocument/2006/relationships" id="2147483663" r:id="R104754f84b8e4b75"/>
    <p:sldLayoutId xmlns:r="http://schemas.openxmlformats.org/officeDocument/2006/relationships" id="2147483664" r:id="R1d56ac9f01184ba1"/>
    <p:sldLayoutId xmlns:r="http://schemas.openxmlformats.org/officeDocument/2006/relationships" id="2147483665" r:id="R8162fb4824b7450e"/>
    <p:sldLayoutId xmlns:r="http://schemas.openxmlformats.org/officeDocument/2006/relationships" id="2147483666" r:id="Rb856691cc27f4b47"/>
    <p:sldLayoutId xmlns:r="http://schemas.openxmlformats.org/officeDocument/2006/relationships" id="2147483667" r:id="Rd08d0ef119134de6"/>
    <p:sldLayoutId xmlns:r="http://schemas.openxmlformats.org/officeDocument/2006/relationships" id="2147483668" r:id="R29c0eea3fd2d4a85"/>
    <p:sldLayoutId xmlns:r="http://schemas.openxmlformats.org/officeDocument/2006/relationships" id="2147483669" r:id="Rf10a85bca8664b48"/>
    <p:sldLayoutId xmlns:r="http://schemas.openxmlformats.org/officeDocument/2006/relationships" id="2147483670" r:id="R36fd1d70ced944cf"/>
    <p:sldLayoutId xmlns:r="http://schemas.openxmlformats.org/officeDocument/2006/relationships" id="2147483671" r:id="R7a004dd216404662"/>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8a874bfba4cf4921" /><Relationship Type="http://schemas.openxmlformats.org/officeDocument/2006/relationships/notesSlide" Target="/ppt/notesSlides/notesSlide1.xml" Id="R1c8db5d4b0d9497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5.xml" Id="R7ff11dc9349f4a18" /><Relationship Type="http://schemas.openxmlformats.org/officeDocument/2006/relationships/notesSlide" Target="/ppt/notesSlides/notesSlide2.xml" Id="Rc7af1e2acd00400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5.xml" Id="R46e576b7c89b4a4e" /><Relationship Type="http://schemas.openxmlformats.org/officeDocument/2006/relationships/notesSlide" Target="/ppt/notesSlides/notesSlide3.xml" Id="R85ced267f5854e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5.xml" Id="Rec8360a30edc4483" /><Relationship Type="http://schemas.openxmlformats.org/officeDocument/2006/relationships/notesSlide" Target="/ppt/notesSlides/notesSlide4.xml" Id="R347a9442a78746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5.xml" Id="R49ea12b9d60845db" /><Relationship Type="http://schemas.openxmlformats.org/officeDocument/2006/relationships/notesSlide" Target="/ppt/notesSlides/notesSlide5.xml" Id="R70ebc9c21bbc49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5.xml" Id="R588c3f21cc034623" /><Relationship Type="http://schemas.openxmlformats.org/officeDocument/2006/relationships/notesSlide" Target="/ppt/notesSlides/notesSlide6.xml" Id="R6800187a0b0f49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5.xml" Id="R5f2c681b348d4cc9" /><Relationship Type="http://schemas.openxmlformats.org/officeDocument/2006/relationships/notesSlide" Target="/ppt/notesSlides/notesSlide7.xml" Id="R9f2eef9452ce428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5.xml" Id="R1c63cf547cce4578" /><Relationship Type="http://schemas.openxmlformats.org/officeDocument/2006/relationships/notesSlide" Target="/ppt/notesSlides/notesSlide8.xml" Id="R29f792235a9a44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5.xml" Id="R04a71b15f345470c" /><Relationship Type="http://schemas.openxmlformats.org/officeDocument/2006/relationships/notesSlide" Target="/ppt/notesSlides/notesSlide9.xml" Id="R1d1421077e60477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5.xml" Id="R1e39f3bfae0e4d3b" /><Relationship Type="http://schemas.openxmlformats.org/officeDocument/2006/relationships/notesSlide" Target="/ppt/notesSlides/notesSlide10.xml" Id="Rb0ef7cac241943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1.xml" Id="Ree040dc4a27d4d5d" /><Relationship Type="http://schemas.openxmlformats.org/officeDocument/2006/relationships/notesSlide" Target="/ppt/notesSlides/notesSlide11.xml" Id="R0c5c2698bbb446a1" /></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5.xml" Id="R4d0b0c1857c146c0"/><Relationship Type="http://schemas.openxmlformats.org/officeDocument/2006/relationships/notesSlide" Target="/ppt/notesSlides/notesSlide12.xml" Id="R8c582e38154c43a8"/><Relationship Type="http://schemas.openxmlformats.org/officeDocument/2006/relationships/chart" Target="/ppt/week4_update/ppt/slides/charts/chart1.xml" Id="w4_1_Rdaf3027950244ffe"/><Relationship Type="http://schemas.openxmlformats.org/officeDocument/2006/relationships/chart" Target="/ppt/week4_update/ppt/slides/charts/chart2.xml" Id="w4_1_Ree2488ab4cbe4d0b"/></Relationships>
</file>

<file path=ppt/slides/_rels/slide13.xml.rels>&#65279;<?xml version="1.0" encoding="utf-8"?><Relationships xmlns="http://schemas.openxmlformats.org/package/2006/relationships"><Relationship Type="http://schemas.openxmlformats.org/officeDocument/2006/relationships/slideLayout" Target="/ppt/slideLayouts/slideLayout15.xml" Id="Re9e34f2284f84295" /><Relationship Type="http://schemas.openxmlformats.org/officeDocument/2006/relationships/notesSlide" Target="/ppt/notesSlides/notesSlide13.xml" Id="R6481940e2fb04f4c" /></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5.xml" Id="R5d87dab1a8c04684"/><Relationship Type="http://schemas.openxmlformats.org/officeDocument/2006/relationships/chart" Target="../charts/chart2.xml" Id="R81cd5e15de4d4f1e"/><Relationship Type="http://schemas.openxmlformats.org/officeDocument/2006/relationships/notesSlide" Target="/ppt/notesSlides/notesSlide14.xml" Id="R0165489984e14fb7"/></Relationships>
</file>

<file path=ppt/slides/_rels/slide15.xml.rels>&#65279;<?xml version="1.0" encoding="utf-8"?><Relationships xmlns="http://schemas.openxmlformats.org/package/2006/relationships"><Relationship Type="http://schemas.openxmlformats.org/officeDocument/2006/relationships/slideLayout" Target="/ppt/slideLayouts/slideLayout15.xml" Id="R6ec88a25595646af" /><Relationship Type="http://schemas.openxmlformats.org/officeDocument/2006/relationships/notesSlide" Target="/ppt/notesSlides/notesSlide15.xml" Id="Rd45a840fa7fc40c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5.xml" Id="R851b087633ab4a35" /><Relationship Type="http://schemas.openxmlformats.org/officeDocument/2006/relationships/notesSlide" Target="/ppt/notesSlides/notesSlide16.xml" Id="R79b295e3119d4c8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5.xml" Id="R3f49e95ac11d4853" /><Relationship Type="http://schemas.openxmlformats.org/officeDocument/2006/relationships/notesSlide" Target="/ppt/notesSlides/notesSlide17.xml" Id="Rf2e37066cde94d0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5.xml" Id="R6762e1b0364d4e55" /><Relationship Type="http://schemas.openxmlformats.org/officeDocument/2006/relationships/notesSlide" Target="/ppt/notesSlides/notesSlide18.xml" Id="R816143364fca4c8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5.xml" Id="R441d865464df4ac7" /><Relationship Type="http://schemas.openxmlformats.org/officeDocument/2006/relationships/notesSlide" Target="/ppt/notesSlides/notesSlide19.xml" Id="R20c5b97f38104ade" /></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5.xml" Id="Re2cb87db9dd644b2"/><Relationship Type="http://schemas.openxmlformats.org/officeDocument/2006/relationships/chart" Target="../charts/chart3.xml" Id="Raf049ae7b7a146c7"/><Relationship Type="http://schemas.openxmlformats.org/officeDocument/2006/relationships/chart" Target="../charts/chart4.xml" Id="R79377fcb8633494d"/><Relationship Type="http://schemas.openxmlformats.org/officeDocument/2006/relationships/notesSlide" Target="/ppt/notesSlides/notesSlide20.xml" Id="Rb9cbada75f154af0"/></Relationships>
</file>

<file path=ppt/slides/_rels/slide21.xml.rels>&#65279;<?xml version="1.0" encoding="utf-8"?><Relationships xmlns="http://schemas.openxmlformats.org/package/2006/relationships"><Relationship Type="http://schemas.openxmlformats.org/officeDocument/2006/relationships/slideLayout" Target="/ppt/slideLayouts/slideLayout11.xml" Id="R48839c38fdea471b" /><Relationship Type="http://schemas.openxmlformats.org/officeDocument/2006/relationships/notesSlide" Target="/ppt/notesSlides/notesSlide21.xml" Id="Rc85bf8227c1d4a7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5.xml" Id="R824fe46d54df48ff" /><Relationship Type="http://schemas.openxmlformats.org/officeDocument/2006/relationships/notesSlide" Target="/ppt/notesSlides/notesSlide22.xml" Id="R512d0f60221443b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5.xml" Id="Rfa34722531bf478e" /><Relationship Type="http://schemas.openxmlformats.org/officeDocument/2006/relationships/notesSlide" Target="/ppt/notesSlides/notesSlide23.xml" Id="Rfde9dda592b4449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5.xml" Id="R609dcc0c8e8c4bf2" /><Relationship Type="http://schemas.openxmlformats.org/officeDocument/2006/relationships/notesSlide" Target="/ppt/notesSlides/notesSlide24.xml" Id="R1033672e0979480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5.xml" Id="Rdef2b383c4a4437f" /><Relationship Type="http://schemas.openxmlformats.org/officeDocument/2006/relationships/notesSlide" Target="/ppt/notesSlides/notesSlide25.xml" Id="Rfa18cedb26e24e7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5.xml" Id="R0893fd0ab49341a9" /><Relationship Type="http://schemas.openxmlformats.org/officeDocument/2006/relationships/notesSlide" Target="/ppt/notesSlides/notesSlide26.xml" Id="R953639ff926e444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5.xml" Id="R0e4546ce2be046fd" /><Relationship Type="http://schemas.openxmlformats.org/officeDocument/2006/relationships/notesSlide" Target="/ppt/notesSlides/notesSlide27.xml" Id="R916cbb79dc944b6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5.xml" Id="R4b663d3a28824fa2" /><Relationship Type="http://schemas.openxmlformats.org/officeDocument/2006/relationships/notesSlide" Target="/ppt/notesSlides/notesSlide28.xml" Id="R80d455322bbb42a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5.xml" Id="Rd89baf636be94677" /><Relationship Type="http://schemas.openxmlformats.org/officeDocument/2006/relationships/notesSlide" Target="/ppt/notesSlides/notesSlide29.xml" Id="R4988bbee04ef4be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5.xml" Id="Rf9ba996c9d8e4db9" /><Relationship Type="http://schemas.openxmlformats.org/officeDocument/2006/relationships/notesSlide" Target="/ppt/notesSlides/notesSlide30.xml" Id="R4715f88e8824482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1.xml" Id="Rcce09d52b7684f8a" /><Relationship Type="http://schemas.openxmlformats.org/officeDocument/2006/relationships/notesSlide" Target="/ppt/notesSlides/notesSlide31.xml" Id="R8a243b0bbce84f9b"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5.xml" Id="Rd3079635ced4421b" /><Relationship Type="http://schemas.openxmlformats.org/officeDocument/2006/relationships/notesSlide" Target="/ppt/notesSlides/notesSlide32.xml" Id="Rc1c9fbbd37f6489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5.xml" Id="Ra258f29355d843f6" /><Relationship Type="http://schemas.openxmlformats.org/officeDocument/2006/relationships/notesSlide" Target="/ppt/notesSlides/notesSlide33.xml" Id="R20a75b0ff2ba42f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5.xml" Id="Rd216af7f3c9c4f49" /><Relationship Type="http://schemas.openxmlformats.org/officeDocument/2006/relationships/notesSlide" Target="/ppt/notesSlides/notesSlide34.xml" Id="R603c657c7be540f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5.xml" Id="R451778e2a0074e1f" /><Relationship Type="http://schemas.openxmlformats.org/officeDocument/2006/relationships/notesSlide" Target="/ppt/notesSlides/notesSlide35.xml" Id="Rbc490a819c1b4f1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5.xml" Id="Rfdaba75a9a674f4e" /><Relationship Type="http://schemas.openxmlformats.org/officeDocument/2006/relationships/notesSlide" Target="/ppt/notesSlides/notesSlide36.xml" Id="Re86b1f13671545f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5.xml" Id="Re7bc798b86004ac2" /><Relationship Type="http://schemas.openxmlformats.org/officeDocument/2006/relationships/notesSlide" Target="/ppt/notesSlides/notesSlide37.xml" Id="R4d58d37221514df5"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1.xml" Id="R706a6d2cd10b4109" /><Relationship Type="http://schemas.openxmlformats.org/officeDocument/2006/relationships/notesSlide" Target="/ppt/notesSlides/notesSlide38.xml" Id="R3558ec91e558461d"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5.xml" Id="Rdd1c2540b0f64b7e" /><Relationship Type="http://schemas.openxmlformats.org/officeDocument/2006/relationships/notesSlide" Target="/ppt/notesSlides/notesSlide39.xml" Id="R1bc76f0fefb64b9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5.xml" Id="R7e7b8d9dd2a646be" /><Relationship Type="http://schemas.openxmlformats.org/officeDocument/2006/relationships/notesSlide" Target="/ppt/notesSlides/notesSlide40.xml" Id="R32e23759458b466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5.xml" Id="Rd1b9cc64151c42de" /><Relationship Type="http://schemas.openxmlformats.org/officeDocument/2006/relationships/notesSlide" Target="/ppt/notesSlides/notesSlide41.xml" Id="Rb68427a17114495c"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5.xml" Id="R5c1c39e7e14d4080" /><Relationship Type="http://schemas.openxmlformats.org/officeDocument/2006/relationships/notesSlide" Target="/ppt/notesSlides/notesSlide42.xml" Id="R82fd46e740d1441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5.xml" Id="R6e975b44b4e44371" /><Relationship Type="http://schemas.openxmlformats.org/officeDocument/2006/relationships/notesSlide" Target="/ppt/notesSlides/notesSlide43.xml" Id="R0670b7c8c6f7464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5.xml" Id="R4c1560f6acb8406e" /><Relationship Type="http://schemas.openxmlformats.org/officeDocument/2006/relationships/notesSlide" Target="/ppt/notesSlides/notesSlide44.xml" Id="R4c90cea18e37402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5.xml" Id="Ra10fac7d9e904706" /><Relationship Type="http://schemas.openxmlformats.org/officeDocument/2006/relationships/notesSlide" Target="/ppt/notesSlides/notesSlide45.xml" Id="R65cdd3ae4ed24921"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5.xml" Id="R9fc14c9ca2614744" /><Relationship Type="http://schemas.openxmlformats.org/officeDocument/2006/relationships/notesSlide" Target="/ppt/notesSlides/notesSlide46.xml" Id="Reaa1036f789f42a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3" name="Text">
            <a:extLst xmlns:a="http://schemas.openxmlformats.org/drawingml/2006/main">
              <a:ext uri="{FF2B5EF4-FFF2-40B4-BE49-F238E27FC236}">
                <a16:creationId xmlns:a16="http://schemas.microsoft.com/office/drawing/2014/main" id="{1049D5AE-637D-4DB3-A494-2488C7EB8C69}"/>
              </a:ext>
            </a:extLst>
          </p:cNvPr>
          <p:cNvSpPr>
            <a:spLocks xmlns:a="http://schemas.openxmlformats.org/drawingml/2006/main" noGrp="1"/>
          </p:cNvSpPr>
          <p:nvPr/>
        </p:nvSpPr>
        <p:spPr>
          <a:xfrm xmlns:a="http://schemas.openxmlformats.org/drawingml/2006/main">
            <a:off x="447675" y="2314575"/>
            <a:ext cx="581025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IFY Statistics</a:t>
            </a:r>
          </a:p>
          <a:p xmlns:a="http://schemas.openxmlformats.org/drawingml/2006/main">
            <a:pPr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Week 4 • Class A</a:t>
            </a:r>
          </a:p>
        </p:txBody>
      </p:sp>
      <p:sp>
        <p:nvSpPr>
          <p:cNvPr id="2" name="Text">
            <a:extLst xmlns:a="http://schemas.openxmlformats.org/drawingml/2006/main">
              <a:ext uri="{FF2B5EF4-FFF2-40B4-BE49-F238E27FC236}">
                <a16:creationId xmlns:a16="http://schemas.microsoft.com/office/drawing/2014/main" id="{4F776EF4-2EBF-4D73-BEBB-0938A68B2C13}"/>
              </a:ext>
            </a:extLst>
          </p:cNvPr>
          <p:cNvSpPr>
            <a:spLocks xmlns:a="http://schemas.openxmlformats.org/drawingml/2006/main" noGrp="1"/>
          </p:cNvSpPr>
          <p:nvPr/>
        </p:nvSpPr>
        <p:spPr>
          <a:xfrm xmlns:a="http://schemas.openxmlformats.org/drawingml/2006/main">
            <a:off x="447675" y="4391025"/>
            <a:ext cx="5619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313" b="0">
                <a:solidFill>
                  <a:srgbClr val="FFFFFF"/>
                </a:solidFill>
                <a:latin typeface="Aptos Display"/>
                <a:ea typeface="Aptos Display"/>
                <a:cs typeface="Aptos Display"/>
              </a:defRPr>
            </a:pPr>
            <a:r>
              <a:rPr sz="4313" b="0">
                <a:solidFill>
                  <a:srgbClr val="FFFFFF"/>
                </a:solidFill>
                <a:latin typeface="Aptos Display"/>
                <a:ea typeface="Aptos Display"/>
                <a:cs typeface="Aptos Display"/>
              </a:rPr>
              <a:t>Organising and</a:t>
            </a:r>
          </a:p>
          <a:p xmlns:a="http://schemas.openxmlformats.org/drawingml/2006/main">
            <a:pPr algn="l">
              <a:buNone/>
              <a:defRPr sz="4313" b="0">
                <a:solidFill>
                  <a:srgbClr val="FFFFFF"/>
                </a:solidFill>
                <a:latin typeface="Aptos Display"/>
                <a:ea typeface="Aptos Display"/>
                <a:cs typeface="Aptos Display"/>
              </a:defRPr>
            </a:pPr>
            <a:r>
              <a:rPr sz="4313" b="0">
                <a:solidFill>
                  <a:srgbClr val="FFFFFF"/>
                </a:solidFill>
                <a:latin typeface="Aptos Display"/>
                <a:ea typeface="Aptos Display"/>
                <a:cs typeface="Aptos Display"/>
              </a:rPr>
              <a:t>summarising</a:t>
            </a:r>
          </a:p>
          <a:p xmlns:a="http://schemas.openxmlformats.org/drawingml/2006/main">
            <a:pPr algn="l">
              <a:buNone/>
              <a:defRPr sz="4313" b="0">
                <a:solidFill>
                  <a:srgbClr val="FFFFFF"/>
                </a:solidFill>
                <a:latin typeface="Aptos Display"/>
                <a:ea typeface="Aptos Display"/>
                <a:cs typeface="Aptos Display"/>
              </a:defRPr>
            </a:pPr>
            <a:r>
              <a:rPr sz="4313" b="0">
                <a:solidFill>
                  <a:srgbClr val="FFFFFF"/>
                </a:solidFill>
                <a:latin typeface="Aptos Display"/>
                <a:ea typeface="Aptos Display"/>
                <a:cs typeface="Aptos Display"/>
              </a:rPr>
              <a:t>data</a:t>
            </a:r>
          </a:p>
        </p:txBody>
      </p:sp>
    </p:spTree>
    <p:extLst>
      <p:ext uri="{BB962C8B-B14F-4D97-AF65-F5344CB8AC3E}">
        <p14:creationId xmlns:p14="http://schemas.microsoft.com/office/powerpoint/2010/main" val="150177081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3834A89B-DEC8-457D-95E0-8ED6BAEA7618}"/>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you will make today</a:t>
            </a:r>
          </a:p>
        </p:txBody>
      </p:sp>
      <p:sp>
        <p:nvSpPr>
          <p:cNvPr id="2" name="Text">
            <a:extLst xmlns:a="http://schemas.openxmlformats.org/drawingml/2006/main">
              <a:ext uri="{FF2B5EF4-FFF2-40B4-BE49-F238E27FC236}">
                <a16:creationId xmlns:a16="http://schemas.microsoft.com/office/drawing/2014/main" id="{9074CF36-16B4-44A6-AFA7-C1F4F739B31B}"/>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Calculate, draw, compare and explain.</a:t>
            </a:r>
          </a:p>
        </p:txBody>
      </p:sp>
      <p:sp>
        <p:nvSpPr>
          <p:cNvPr id="3" name="Text">
            <a:extLst xmlns:a="http://schemas.openxmlformats.org/drawingml/2006/main">
              <a:ext uri="{FF2B5EF4-FFF2-40B4-BE49-F238E27FC236}">
                <a16:creationId xmlns:a16="http://schemas.microsoft.com/office/drawing/2014/main" id="{32B797D0-9078-48BC-B85C-BF97C9CD519A}"/>
              </a:ext>
            </a:extLst>
          </p:cNvPr>
          <p:cNvSpPr>
            <a:spLocks xmlns:a="http://schemas.openxmlformats.org/drawingml/2006/main" noGrp="1"/>
          </p:cNvSpPr>
          <p:nvPr/>
        </p:nvSpPr>
        <p:spPr>
          <a:xfrm xmlns:a="http://schemas.openxmlformats.org/drawingml/2006/main">
            <a:off x="619125" y="295275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111111"/>
                </a:solidFill>
                <a:latin typeface="Aptos"/>
                <a:ea typeface="Aptos"/>
                <a:cs typeface="Aptos"/>
              </a:defRPr>
            </a:pPr>
            <a:r>
              <a:rPr sz="2550" b="0">
                <a:solidFill>
                  <a:srgbClr val="111111"/>
                </a:solidFill>
                <a:latin typeface="Aptos"/>
                <a:ea typeface="Aptos"/>
                <a:cs typeface="Aptos"/>
              </a:rPr>
              <a:t>1. A frequency table, a bar chart and a pie chart.</a:t>
            </a:r>
          </a:p>
        </p:txBody>
      </p:sp>
      <p:sp>
        <p:nvSpPr>
          <p:cNvPr id="4" name="Text">
            <a:extLst xmlns:a="http://schemas.openxmlformats.org/drawingml/2006/main">
              <a:ext uri="{FF2B5EF4-FFF2-40B4-BE49-F238E27FC236}">
                <a16:creationId xmlns:a16="http://schemas.microsoft.com/office/drawing/2014/main" id="{A7E6D3B6-0CA3-4A39-919B-F223D4CC47D8}"/>
              </a:ext>
            </a:extLst>
          </p:cNvPr>
          <p:cNvSpPr>
            <a:spLocks xmlns:a="http://schemas.openxmlformats.org/drawingml/2006/main" noGrp="1"/>
          </p:cNvSpPr>
          <p:nvPr/>
        </p:nvSpPr>
        <p:spPr>
          <a:xfrm xmlns:a="http://schemas.openxmlformats.org/drawingml/2006/main">
            <a:off x="619125" y="37719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111111"/>
                </a:solidFill>
                <a:latin typeface="Aptos"/>
                <a:ea typeface="Aptos"/>
                <a:cs typeface="Aptos"/>
              </a:defRPr>
            </a:pPr>
            <a:r>
              <a:rPr sz="2550" b="0">
                <a:solidFill>
                  <a:srgbClr val="111111"/>
                </a:solidFill>
                <a:latin typeface="Aptos"/>
                <a:ea typeface="Aptos"/>
                <a:cs typeface="Aptos"/>
              </a:rPr>
              <a:t>2. A grouped table and an estimated mean.</a:t>
            </a:r>
          </a:p>
        </p:txBody>
      </p:sp>
      <p:sp>
        <p:nvSpPr>
          <p:cNvPr id="5" name="Text">
            <a:extLst xmlns:a="http://schemas.openxmlformats.org/drawingml/2006/main">
              <a:ext uri="{FF2B5EF4-FFF2-40B4-BE49-F238E27FC236}">
                <a16:creationId xmlns:a16="http://schemas.microsoft.com/office/drawing/2014/main" id="{10F5C99B-9939-455D-BFC1-E891BA258247}"/>
              </a:ext>
            </a:extLst>
          </p:cNvPr>
          <p:cNvSpPr>
            <a:spLocks xmlns:a="http://schemas.openxmlformats.org/drawingml/2006/main" noGrp="1"/>
          </p:cNvSpPr>
          <p:nvPr/>
        </p:nvSpPr>
        <p:spPr>
          <a:xfrm xmlns:a="http://schemas.openxmlformats.org/drawingml/2006/main">
            <a:off x="619125" y="459105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111111"/>
                </a:solidFill>
                <a:latin typeface="Aptos"/>
                <a:ea typeface="Aptos"/>
                <a:cs typeface="Aptos"/>
              </a:defRPr>
            </a:pPr>
            <a:r>
              <a:rPr sz="2550" b="0">
                <a:solidFill>
                  <a:srgbClr val="111111"/>
                </a:solidFill>
                <a:latin typeface="Aptos"/>
                <a:ea typeface="Aptos"/>
                <a:cs typeface="Aptos"/>
              </a:rPr>
              <a:t>3. A stem-and-leaf plot that keeps every value.</a:t>
            </a:r>
          </a:p>
        </p:txBody>
      </p:sp>
      <p:sp>
        <p:nvSpPr>
          <p:cNvPr id="6" name="Text">
            <a:extLst xmlns:a="http://schemas.openxmlformats.org/drawingml/2006/main">
              <a:ext uri="{FF2B5EF4-FFF2-40B4-BE49-F238E27FC236}">
                <a16:creationId xmlns:a16="http://schemas.microsoft.com/office/drawing/2014/main" id="{EA0FC8DB-8E9E-480B-9A68-99773101FEE3}"/>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You need: calculator, pencil, ruler and protractor.</a:t>
            </a:r>
          </a:p>
        </p:txBody>
      </p:sp>
    </p:spTree>
    <p:extLst>
      <p:ext uri="{BB962C8B-B14F-4D97-AF65-F5344CB8AC3E}">
        <p14:creationId xmlns:p14="http://schemas.microsoft.com/office/powerpoint/2010/main" val="1566951298"/>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E5CAAEA1-B829-49F8-876C-AC9295E2348F}"/>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Week 3 revision</a:t>
            </a:r>
          </a:p>
        </p:txBody>
      </p:sp>
      <p:sp>
        <p:nvSpPr>
          <p:cNvPr id="2" name="Text">
            <a:extLst xmlns:a="http://schemas.openxmlformats.org/drawingml/2006/main">
              <a:ext uri="{FF2B5EF4-FFF2-40B4-BE49-F238E27FC236}">
                <a16:creationId xmlns:a16="http://schemas.microsoft.com/office/drawing/2014/main" id="{16A9270A-E662-4670-9453-1BF9402B0534}"/>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Try these before looking at the answers.</a:t>
            </a:r>
          </a:p>
        </p:txBody>
      </p:sp>
      <p:sp>
        <p:nvSpPr>
          <p:cNvPr id="3" name="Rectangle 2">
            <a:extLst xmlns:a="http://schemas.openxmlformats.org/drawingml/2006/main">
              <a:ext uri="{FF2B5EF4-FFF2-40B4-BE49-F238E27FC236}">
                <a16:creationId xmlns:a16="http://schemas.microsoft.com/office/drawing/2014/main" id="{6555E71E-461B-4B95-980A-683CDFDE2707}"/>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FF012796-06E8-4295-828E-2E91D9509112}"/>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A0</a:t>
            </a:r>
          </a:p>
        </p:txBody>
      </p:sp>
      <p:sp>
        <p:nvSpPr>
          <p:cNvPr id="5" name="Text">
            <a:extLst xmlns:a="http://schemas.openxmlformats.org/drawingml/2006/main">
              <a:ext uri="{FF2B5EF4-FFF2-40B4-BE49-F238E27FC236}">
                <a16:creationId xmlns:a16="http://schemas.microsoft.com/office/drawing/2014/main" id="{AE4AC077-0CB4-4841-9D1B-B7DF22EF7D14}"/>
              </a:ext>
            </a:extLst>
          </p:cNvPr>
          <p:cNvSpPr>
            <a:spLocks xmlns:a="http://schemas.openxmlformats.org/drawingml/2006/main" noGrp="1"/>
          </p:cNvSpPr>
          <p:nvPr/>
        </p:nvSpPr>
        <p:spPr>
          <a:xfrm xmlns:a="http://schemas.openxmlformats.org/drawingml/2006/main">
            <a:off x="619125" y="29051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1. For 2, 4, 4, 6, 9: find the mean and median.</a:t>
            </a:r>
          </a:p>
        </p:txBody>
      </p:sp>
      <p:sp>
        <p:nvSpPr>
          <p:cNvPr id="6" name="Text">
            <a:extLst xmlns:a="http://schemas.openxmlformats.org/drawingml/2006/main">
              <a:ext uri="{FF2B5EF4-FFF2-40B4-BE49-F238E27FC236}">
                <a16:creationId xmlns:a16="http://schemas.microsoft.com/office/drawing/2014/main" id="{16EE9104-1B08-44D6-A42A-D69BD63C46C8}"/>
              </a:ext>
            </a:extLst>
          </p:cNvPr>
          <p:cNvSpPr>
            <a:spLocks xmlns:a="http://schemas.openxmlformats.org/drawingml/2006/main" noGrp="1"/>
          </p:cNvSpPr>
          <p:nvPr/>
        </p:nvSpPr>
        <p:spPr>
          <a:xfrm xmlns:a="http://schemas.openxmlformats.org/drawingml/2006/main">
            <a:off x="619125" y="368617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2. Which has more spread: 4, 6, 8 or 2, 6, 10?</a:t>
            </a:r>
          </a:p>
        </p:txBody>
      </p:sp>
      <p:sp>
        <p:nvSpPr>
          <p:cNvPr id="7" name="Text">
            <a:extLst xmlns:a="http://schemas.openxmlformats.org/drawingml/2006/main">
              <a:ext uri="{FF2B5EF4-FFF2-40B4-BE49-F238E27FC236}">
                <a16:creationId xmlns:a16="http://schemas.microsoft.com/office/drawing/2014/main" id="{4E489342-DB10-4A2A-8E4C-A4EB1F5E3B8B}"/>
              </a:ext>
            </a:extLst>
          </p:cNvPr>
          <p:cNvSpPr>
            <a:spLocks xmlns:a="http://schemas.openxmlformats.org/drawingml/2006/main" noGrp="1"/>
          </p:cNvSpPr>
          <p:nvPr/>
        </p:nvSpPr>
        <p:spPr>
          <a:xfrm xmlns:a="http://schemas.openxmlformats.org/drawingml/2006/main">
            <a:off x="619125" y="4467225"/>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3. A: mean 20, SD 4.  B: mean 40, SD 6.</a:t>
            </a:r>
          </a:p>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    Which has less relative variation?</a:t>
            </a:r>
          </a:p>
        </p:txBody>
      </p:sp>
      <p:sp>
        <p:nvSpPr>
          <p:cNvPr id="8" name="Text">
            <a:extLst xmlns:a="http://schemas.openxmlformats.org/drawingml/2006/main">
              <a:ext uri="{FF2B5EF4-FFF2-40B4-BE49-F238E27FC236}">
                <a16:creationId xmlns:a16="http://schemas.microsoft.com/office/drawing/2014/main" id="{2F1BBC48-A399-49A0-87FF-9040B5BA3CA4}"/>
              </a:ext>
            </a:extLst>
          </p:cNvPr>
          <p:cNvSpPr>
            <a:spLocks xmlns:a="http://schemas.openxmlformats.org/drawingml/2006/main" noGrp="1"/>
          </p:cNvSpPr>
          <p:nvPr/>
        </p:nvSpPr>
        <p:spPr>
          <a:xfrm xmlns:a="http://schemas.openxmlformats.org/drawingml/2006/main">
            <a:off x="619125" y="5124450"/>
            <a:ext cx="1714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CV =</a:t>
            </a:r>
          </a:p>
        </p:txBody>
      </p:sp>
      <p:sp>
        <p:nvSpPr>
          <p:cNvPr id="9" name="Text">
            <a:extLst xmlns:a="http://schemas.openxmlformats.org/drawingml/2006/main">
              <a:ext uri="{FF2B5EF4-FFF2-40B4-BE49-F238E27FC236}">
                <a16:creationId xmlns:a16="http://schemas.microsoft.com/office/drawing/2014/main" id="{5B237E70-55CA-419F-8661-3C8287D673F3}"/>
              </a:ext>
            </a:extLst>
          </p:cNvPr>
          <p:cNvSpPr>
            <a:spLocks xmlns:a="http://schemas.openxmlformats.org/drawingml/2006/main" noGrp="1"/>
          </p:cNvSpPr>
          <p:nvPr/>
        </p:nvSpPr>
        <p:spPr>
          <a:xfrm xmlns:a="http://schemas.openxmlformats.org/drawingml/2006/main">
            <a:off x="2295525" y="5181600"/>
            <a:ext cx="1428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SD</a:t>
            </a:r>
          </a:p>
        </p:txBody>
      </p:sp>
      <p:sp>
        <p:nvSpPr>
          <p:cNvPr id="10" name="Freeform 9">
            <a:extLst xmlns:a="http://schemas.openxmlformats.org/drawingml/2006/main">
              <a:ext uri="{FF2B5EF4-FFF2-40B4-BE49-F238E27FC236}">
                <a16:creationId xmlns:a16="http://schemas.microsoft.com/office/drawing/2014/main" id="{B97794E4-0DFE-453F-B4CC-5C7A73F71398}"/>
              </a:ext>
            </a:extLst>
          </p:cNvPr>
          <p:cNvSpPr>
            <a:spLocks xmlns:a="http://schemas.openxmlformats.org/drawingml/2006/main" noGrp="1"/>
          </p:cNvSpPr>
          <p:nvPr/>
        </p:nvSpPr>
        <p:spPr>
          <a:xfrm xmlns:a="http://schemas.openxmlformats.org/drawingml/2006/main">
            <a:off x="2295525" y="5534025"/>
            <a:ext cx="1428750" cy="953"/>
          </a:xfrm>
          <a:custGeom xmlns:a="http://schemas.openxmlformats.org/drawingml/2006/main">
            <a:rect l="0" t="0" r="0" b="0"/>
            <a:pathLst>
              <a:path w="1428750" h="953">
                <a:moveTo>
                  <a:pt x="0" y="0"/>
                </a:moveTo>
                <a:lnTo>
                  <a:pt x="142875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11" name="Text">
            <a:extLst xmlns:a="http://schemas.openxmlformats.org/drawingml/2006/main">
              <a:ext uri="{FF2B5EF4-FFF2-40B4-BE49-F238E27FC236}">
                <a16:creationId xmlns:a16="http://schemas.microsoft.com/office/drawing/2014/main" id="{FBA76209-13AD-4B6A-8FA8-248E2617B298}"/>
              </a:ext>
            </a:extLst>
          </p:cNvPr>
          <p:cNvSpPr>
            <a:spLocks xmlns:a="http://schemas.openxmlformats.org/drawingml/2006/main" noGrp="1"/>
          </p:cNvSpPr>
          <p:nvPr/>
        </p:nvSpPr>
        <p:spPr>
          <a:xfrm xmlns:a="http://schemas.openxmlformats.org/drawingml/2006/main">
            <a:off x="2295525" y="5600700"/>
            <a:ext cx="1428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mean</a:t>
            </a:r>
          </a:p>
        </p:txBody>
      </p:sp>
      <p:sp>
        <p:nvSpPr>
          <p:cNvPr id="12" name="Text">
            <a:extLst xmlns:a="http://schemas.openxmlformats.org/drawingml/2006/main">
              <a:ext uri="{FF2B5EF4-FFF2-40B4-BE49-F238E27FC236}">
                <a16:creationId xmlns:a16="http://schemas.microsoft.com/office/drawing/2014/main" id="{6D109D97-03C6-4332-AD19-465697FECE96}"/>
              </a:ext>
            </a:extLst>
          </p:cNvPr>
          <p:cNvSpPr>
            <a:spLocks xmlns:a="http://schemas.openxmlformats.org/drawingml/2006/main" noGrp="1"/>
          </p:cNvSpPr>
          <p:nvPr/>
        </p:nvSpPr>
        <p:spPr>
          <a:xfrm xmlns:a="http://schemas.openxmlformats.org/drawingml/2006/main">
            <a:off x="4000500" y="5105400"/>
            <a:ext cx="2047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 100%</a:t>
            </a:r>
          </a:p>
        </p:txBody>
      </p:sp>
      <p:sp>
        <p:nvSpPr>
          <p:cNvPr id="13" name="Text">
            <a:extLst xmlns:a="http://schemas.openxmlformats.org/drawingml/2006/main">
              <a:ext uri="{FF2B5EF4-FFF2-40B4-BE49-F238E27FC236}">
                <a16:creationId xmlns:a16="http://schemas.microsoft.com/office/drawing/2014/main" id="{12B5E2E1-01FA-446B-9AE8-B2A4615B2AF6}"/>
              </a:ext>
            </a:extLst>
          </p:cNvPr>
          <p:cNvSpPr>
            <a:spLocks xmlns:a="http://schemas.openxmlformats.org/drawingml/2006/main" noGrp="1"/>
          </p:cNvSpPr>
          <p:nvPr/>
        </p:nvSpPr>
        <p:spPr>
          <a:xfrm xmlns:a="http://schemas.openxmlformats.org/drawingml/2006/main">
            <a:off x="6848475" y="5257800"/>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75" b="0">
                <a:solidFill>
                  <a:srgbClr val="111111"/>
                </a:solidFill>
                <a:latin typeface="Aptos"/>
                <a:ea typeface="Aptos"/>
                <a:cs typeface="Aptos"/>
              </a:defRPr>
            </a:pPr>
            <a:r>
              <a:rPr sz="1875" b="0">
                <a:solidFill>
                  <a:srgbClr val="111111"/>
                </a:solidFill>
                <a:latin typeface="Aptos"/>
                <a:ea typeface="Aptos"/>
                <a:cs typeface="Aptos"/>
              </a:rPr>
              <a:t>SD = standard deviation</a:t>
            </a:r>
          </a:p>
          <a:p xmlns:a="http://schemas.openxmlformats.org/drawingml/2006/main">
            <a:pPr algn="l">
              <a:buNone/>
              <a:defRPr sz="1875" b="0">
                <a:solidFill>
                  <a:srgbClr val="111111"/>
                </a:solidFill>
                <a:latin typeface="Aptos"/>
                <a:ea typeface="Aptos"/>
                <a:cs typeface="Aptos"/>
              </a:defRPr>
            </a:pPr>
            <a:r>
              <a:rPr sz="1875" b="0">
                <a:solidFill>
                  <a:srgbClr val="111111"/>
                </a:solidFill>
                <a:latin typeface="Aptos"/>
                <a:ea typeface="Aptos"/>
                <a:cs typeface="Aptos"/>
              </a:rPr>
              <a:t>CV = coefficient of variation</a:t>
            </a:r>
          </a:p>
        </p:txBody>
      </p:sp>
      <p:sp>
        <p:nvSpPr>
          <p:cNvPr id="14" name="Text">
            <a:extLst xmlns:a="http://schemas.openxmlformats.org/drawingml/2006/main">
              <a:ext uri="{FF2B5EF4-FFF2-40B4-BE49-F238E27FC236}">
                <a16:creationId xmlns:a16="http://schemas.microsoft.com/office/drawing/2014/main" id="{5EA9A761-22FF-4D72-801F-11880558F817}"/>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4 minutes. Give a reason for questions 2 and 3.</a:t>
            </a:r>
          </a:p>
        </p:txBody>
      </p:sp>
    </p:spTree>
    <p:extLst>
      <p:ext uri="{BB962C8B-B14F-4D97-AF65-F5344CB8AC3E}">
        <p14:creationId xmlns:p14="http://schemas.microsoft.com/office/powerpoint/2010/main" val="70788300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90029A34-DE6E-45EA-AFAB-D83472C06C9D}"/>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Revision: answers</a:t>
            </a:r>
          </a:p>
        </p:txBody>
      </p:sp>
      <p:sp>
        <p:nvSpPr>
          <p:cNvPr id="2" name="Text">
            <a:extLst xmlns:a="http://schemas.openxmlformats.org/drawingml/2006/main">
              <a:ext uri="{FF2B5EF4-FFF2-40B4-BE49-F238E27FC236}">
                <a16:creationId xmlns:a16="http://schemas.microsoft.com/office/drawing/2014/main" id="{C270D8C4-A1FA-4255-8D9F-5C3FFA166DFE}"/>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Check the method as well as the final number.</a:t>
            </a:r>
          </a:p>
        </p:txBody>
      </p:sp>
      <p:sp>
        <p:nvSpPr>
          <p:cNvPr id="3" name="Rectangle 2">
            <a:extLst xmlns:a="http://schemas.openxmlformats.org/drawingml/2006/main">
              <a:ext uri="{FF2B5EF4-FFF2-40B4-BE49-F238E27FC236}">
                <a16:creationId xmlns:a16="http://schemas.microsoft.com/office/drawing/2014/main" id="{B1CD5360-0146-4A22-B3CC-E7930F55B670}"/>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5235DA25-8091-4CE5-AB62-CC81BD21CC6B}"/>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A0</a:t>
            </a:r>
          </a:p>
        </p:txBody>
      </p:sp>
      <p:sp>
        <p:nvSpPr>
          <p:cNvPr id="5" name="Text">
            <a:extLst xmlns:a="http://schemas.openxmlformats.org/drawingml/2006/main">
              <a:ext uri="{FF2B5EF4-FFF2-40B4-BE49-F238E27FC236}">
                <a16:creationId xmlns:a16="http://schemas.microsoft.com/office/drawing/2014/main" id="{9958FCCC-FEAB-44D6-99F7-C1D1B221F592}"/>
              </a:ext>
            </a:extLst>
          </p:cNvPr>
          <p:cNvSpPr>
            <a:spLocks xmlns:a="http://schemas.openxmlformats.org/drawingml/2006/main" noGrp="1"/>
          </p:cNvSpPr>
          <p:nvPr/>
        </p:nvSpPr>
        <p:spPr>
          <a:xfrm xmlns:a="http://schemas.openxmlformats.org/drawingml/2006/main">
            <a:off x="619125" y="2914650"/>
            <a:ext cx="1081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111111"/>
                </a:solidFill>
                <a:latin typeface="Aptos"/>
                <a:ea typeface="Aptos"/>
                <a:cs typeface="Aptos"/>
              </a:defRPr>
            </a:pPr>
            <a:r>
              <a:rPr sz="2550" b="0">
                <a:solidFill>
                  <a:srgbClr val="111111"/>
                </a:solidFill>
                <a:latin typeface="Aptos"/>
                <a:ea typeface="Aptos"/>
                <a:cs typeface="Aptos"/>
              </a:rPr>
              <a:t>1. Mean = 25 ÷ 5 = 5.  Median = 4.</a:t>
            </a:r>
          </a:p>
        </p:txBody>
      </p:sp>
      <p:sp>
        <p:nvSpPr>
          <p:cNvPr id="6" name="Text">
            <a:extLst xmlns:a="http://schemas.openxmlformats.org/drawingml/2006/main">
              <a:ext uri="{FF2B5EF4-FFF2-40B4-BE49-F238E27FC236}">
                <a16:creationId xmlns:a16="http://schemas.microsoft.com/office/drawing/2014/main" id="{350C512B-5EB4-41F7-88E9-88002303FB44}"/>
              </a:ext>
            </a:extLst>
          </p:cNvPr>
          <p:cNvSpPr>
            <a:spLocks xmlns:a="http://schemas.openxmlformats.org/drawingml/2006/main" noGrp="1"/>
          </p:cNvSpPr>
          <p:nvPr/>
        </p:nvSpPr>
        <p:spPr>
          <a:xfrm xmlns:a="http://schemas.openxmlformats.org/drawingml/2006/main">
            <a:off x="619125" y="3867150"/>
            <a:ext cx="1081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111111"/>
                </a:solidFill>
                <a:latin typeface="Aptos"/>
                <a:ea typeface="Aptos"/>
                <a:cs typeface="Aptos"/>
              </a:defRPr>
            </a:pPr>
            <a:r>
              <a:rPr sz="2550" b="0">
                <a:solidFill>
                  <a:srgbClr val="111111"/>
                </a:solidFill>
                <a:latin typeface="Aptos"/>
                <a:ea typeface="Aptos"/>
                <a:cs typeface="Aptos"/>
              </a:rPr>
              <a:t>2. 2, 6, 10 has more spread.</a:t>
            </a:r>
          </a:p>
          <a:p xmlns:a="http://schemas.openxmlformats.org/drawingml/2006/main">
            <a:pPr algn="l">
              <a:buNone/>
              <a:defRPr sz="2550" b="0">
                <a:solidFill>
                  <a:srgbClr val="111111"/>
                </a:solidFill>
                <a:latin typeface="Aptos"/>
                <a:ea typeface="Aptos"/>
                <a:cs typeface="Aptos"/>
              </a:defRPr>
            </a:pPr>
            <a:r>
              <a:rPr sz="2550" b="0">
                <a:solidFill>
                  <a:srgbClr val="111111"/>
                </a:solidFill>
                <a:latin typeface="Aptos"/>
                <a:ea typeface="Aptos"/>
                <a:cs typeface="Aptos"/>
              </a:rPr>
              <a:t>    Its range is 8; the other range is 4.</a:t>
            </a:r>
          </a:p>
        </p:txBody>
      </p:sp>
      <p:sp>
        <p:nvSpPr>
          <p:cNvPr id="7" name="Text">
            <a:extLst xmlns:a="http://schemas.openxmlformats.org/drawingml/2006/main">
              <a:ext uri="{FF2B5EF4-FFF2-40B4-BE49-F238E27FC236}">
                <a16:creationId xmlns:a16="http://schemas.microsoft.com/office/drawing/2014/main" id="{D72699DF-A16E-4D55-98A3-15887FAE5EB7}"/>
              </a:ext>
            </a:extLst>
          </p:cNvPr>
          <p:cNvSpPr>
            <a:spLocks xmlns:a="http://schemas.openxmlformats.org/drawingml/2006/main" noGrp="1"/>
          </p:cNvSpPr>
          <p:nvPr/>
        </p:nvSpPr>
        <p:spPr>
          <a:xfrm xmlns:a="http://schemas.openxmlformats.org/drawingml/2006/main">
            <a:off x="619125" y="4819650"/>
            <a:ext cx="1081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0">
                <a:solidFill>
                  <a:srgbClr val="111111"/>
                </a:solidFill>
                <a:latin typeface="Aptos"/>
                <a:ea typeface="Aptos"/>
                <a:cs typeface="Aptos"/>
              </a:defRPr>
            </a:pPr>
            <a:r>
              <a:rPr sz="2550" b="0">
                <a:solidFill>
                  <a:srgbClr val="111111"/>
                </a:solidFill>
                <a:latin typeface="Aptos"/>
                <a:ea typeface="Aptos"/>
                <a:cs typeface="Aptos"/>
              </a:rPr>
              <a:t>3. CV for A = 20%.  CV for B = 15%.</a:t>
            </a:r>
          </a:p>
          <a:p xmlns:a="http://schemas.openxmlformats.org/drawingml/2006/main">
            <a:pPr algn="l">
              <a:buNone/>
              <a:defRPr sz="2550" b="0">
                <a:solidFill>
                  <a:srgbClr val="111111"/>
                </a:solidFill>
                <a:latin typeface="Aptos"/>
                <a:ea typeface="Aptos"/>
                <a:cs typeface="Aptos"/>
              </a:defRPr>
            </a:pPr>
            <a:r>
              <a:rPr sz="2550" b="0">
                <a:solidFill>
                  <a:srgbClr val="111111"/>
                </a:solidFill>
                <a:latin typeface="Aptos"/>
                <a:ea typeface="Aptos"/>
                <a:cs typeface="Aptos"/>
              </a:rPr>
              <a:t>    B has less variation relative to its mean.</a:t>
            </a:r>
          </a:p>
        </p:txBody>
      </p:sp>
      <p:sp>
        <p:nvSpPr>
          <p:cNvPr id="8" name="Text">
            <a:extLst xmlns:a="http://schemas.openxmlformats.org/drawingml/2006/main">
              <a:ext uri="{FF2B5EF4-FFF2-40B4-BE49-F238E27FC236}">
                <a16:creationId xmlns:a16="http://schemas.microsoft.com/office/drawing/2014/main" id="{C68EFF27-949F-4AEF-913E-64D184182BF4}"/>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Today we will organise data so that these summaries are easier to interpret.</a:t>
            </a:r>
          </a:p>
        </p:txBody>
      </p:sp>
    </p:spTree>
    <p:extLst>
      <p:ext uri="{BB962C8B-B14F-4D97-AF65-F5344CB8AC3E}">
        <p14:creationId xmlns:p14="http://schemas.microsoft.com/office/powerpoint/2010/main" val="14369489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84" name="Slide title">
            <a:extLst xmlns:a="http://schemas.openxmlformats.org/drawingml/2006/main">
              <a:ext uri="{FF2B5EF4-FFF2-40B4-BE49-F238E27FC236}">
                <a16:creationId xmlns:a16="http://schemas.microsoft.com/office/drawing/2014/main" id="{DE530CB1-BAF6-4F5F-AD16-19C00EC1E324}"/>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Which lunch option should we add?</a:t>
            </a:r>
          </a:p>
        </p:txBody>
      </p:sp>
      <p:sp>
        <p:nvSpPr>
          <p:cNvPr id="2" name="Text">
            <a:extLst xmlns:a="http://schemas.openxmlformats.org/drawingml/2006/main">
              <a:ext uri="{FF2B5EF4-FFF2-40B4-BE49-F238E27FC236}">
                <a16:creationId xmlns:a16="http://schemas.microsoft.com/office/drawing/2014/main" id="{E75C2639-CEED-451D-BFFA-4662286F0B73}"/>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40 students each chose ONE option.</a:t>
            </a:r>
          </a:p>
        </p:txBody>
      </p:sp>
      <p:sp>
        <p:nvSpPr>
          <p:cNvPr id="3" name="Rectangle 2">
            <a:extLst xmlns:a="http://schemas.openxmlformats.org/drawingml/2006/main">
              <a:ext uri="{FF2B5EF4-FFF2-40B4-BE49-F238E27FC236}">
                <a16:creationId xmlns:a16="http://schemas.microsoft.com/office/drawing/2014/main" id="{BA538C69-1F19-4C10-B2F2-AFF126D19C14}"/>
              </a:ext>
            </a:extLst>
          </p:cNvPr>
          <p:cNvSpPr>
            <a:spLocks xmlns:a="http://schemas.openxmlformats.org/drawingml/2006/main" noGrp="1"/>
          </p:cNvSpPr>
          <p:nvPr/>
        </p:nvSpPr>
        <p:spPr>
          <a:xfrm xmlns:a="http://schemas.openxmlformats.org/drawingml/2006/main">
            <a:off x="600075" y="288607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346614E5-2AF6-480D-A5DC-09E34718AA58}"/>
              </a:ext>
            </a:extLst>
          </p:cNvPr>
          <p:cNvSpPr>
            <a:spLocks xmlns:a="http://schemas.openxmlformats.org/drawingml/2006/main" noGrp="1"/>
          </p:cNvSpPr>
          <p:nvPr/>
        </p:nvSpPr>
        <p:spPr>
          <a:xfrm xmlns:a="http://schemas.openxmlformats.org/drawingml/2006/main">
            <a:off x="619125" y="288607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Sandwiches</a:t>
            </a:r>
          </a:p>
        </p:txBody>
      </p:sp>
      <p:sp>
        <p:nvSpPr>
          <p:cNvPr id="5" name="Rectangle 4">
            <a:extLst xmlns:a="http://schemas.openxmlformats.org/drawingml/2006/main">
              <a:ext uri="{FF2B5EF4-FFF2-40B4-BE49-F238E27FC236}">
                <a16:creationId xmlns:a16="http://schemas.microsoft.com/office/drawing/2014/main" id="{20A35AE3-415E-42FF-A27A-9B8AF087D69A}"/>
              </a:ext>
            </a:extLst>
          </p:cNvPr>
          <p:cNvSpPr>
            <a:spLocks xmlns:a="http://schemas.openxmlformats.org/drawingml/2006/main" noGrp="1"/>
          </p:cNvSpPr>
          <p:nvPr/>
        </p:nvSpPr>
        <p:spPr>
          <a:xfrm xmlns:a="http://schemas.openxmlformats.org/drawingml/2006/main">
            <a:off x="1981200" y="288607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A4CB0B89-C4A3-4A26-BA36-B252E7742766}"/>
              </a:ext>
            </a:extLst>
          </p:cNvPr>
          <p:cNvSpPr>
            <a:spLocks xmlns:a="http://schemas.openxmlformats.org/drawingml/2006/main" noGrp="1"/>
          </p:cNvSpPr>
          <p:nvPr/>
        </p:nvSpPr>
        <p:spPr>
          <a:xfrm xmlns:a="http://schemas.openxmlformats.org/drawingml/2006/main">
            <a:off x="2000250" y="288607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Sandwiches</a:t>
            </a:r>
          </a:p>
        </p:txBody>
      </p:sp>
      <p:sp>
        <p:nvSpPr>
          <p:cNvPr id="7" name="Rectangle 6">
            <a:extLst xmlns:a="http://schemas.openxmlformats.org/drawingml/2006/main">
              <a:ext uri="{FF2B5EF4-FFF2-40B4-BE49-F238E27FC236}">
                <a16:creationId xmlns:a16="http://schemas.microsoft.com/office/drawing/2014/main" id="{E91A7616-C1F3-4052-8220-0B43190BFE67}"/>
              </a:ext>
            </a:extLst>
          </p:cNvPr>
          <p:cNvSpPr>
            <a:spLocks xmlns:a="http://schemas.openxmlformats.org/drawingml/2006/main" noGrp="1"/>
          </p:cNvSpPr>
          <p:nvPr/>
        </p:nvSpPr>
        <p:spPr>
          <a:xfrm xmlns:a="http://schemas.openxmlformats.org/drawingml/2006/main">
            <a:off x="3362325" y="288607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 name="Text">
            <a:extLst xmlns:a="http://schemas.openxmlformats.org/drawingml/2006/main">
              <a:ext uri="{FF2B5EF4-FFF2-40B4-BE49-F238E27FC236}">
                <a16:creationId xmlns:a16="http://schemas.microsoft.com/office/drawing/2014/main" id="{E92A2528-0B0D-4792-9BB4-1E185B1909A5}"/>
              </a:ext>
            </a:extLst>
          </p:cNvPr>
          <p:cNvSpPr>
            <a:spLocks xmlns:a="http://schemas.openxmlformats.org/drawingml/2006/main" noGrp="1"/>
          </p:cNvSpPr>
          <p:nvPr/>
        </p:nvSpPr>
        <p:spPr>
          <a:xfrm xmlns:a="http://schemas.openxmlformats.org/drawingml/2006/main">
            <a:off x="3381375" y="288607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Sandwiches</a:t>
            </a:r>
          </a:p>
        </p:txBody>
      </p:sp>
      <p:sp>
        <p:nvSpPr>
          <p:cNvPr id="9" name="Rectangle 8">
            <a:extLst xmlns:a="http://schemas.openxmlformats.org/drawingml/2006/main">
              <a:ext uri="{FF2B5EF4-FFF2-40B4-BE49-F238E27FC236}">
                <a16:creationId xmlns:a16="http://schemas.microsoft.com/office/drawing/2014/main" id="{66306BEE-E522-42B0-B88B-A65291CA59E9}"/>
              </a:ext>
            </a:extLst>
          </p:cNvPr>
          <p:cNvSpPr>
            <a:spLocks xmlns:a="http://schemas.openxmlformats.org/drawingml/2006/main" noGrp="1"/>
          </p:cNvSpPr>
          <p:nvPr/>
        </p:nvSpPr>
        <p:spPr>
          <a:xfrm xmlns:a="http://schemas.openxmlformats.org/drawingml/2006/main">
            <a:off x="4743450" y="288607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AAA9ECCE-D478-41BC-BCFF-05FE448B3913}"/>
              </a:ext>
            </a:extLst>
          </p:cNvPr>
          <p:cNvSpPr>
            <a:spLocks xmlns:a="http://schemas.openxmlformats.org/drawingml/2006/main" noGrp="1"/>
          </p:cNvSpPr>
          <p:nvPr/>
        </p:nvSpPr>
        <p:spPr>
          <a:xfrm xmlns:a="http://schemas.openxmlformats.org/drawingml/2006/main">
            <a:off x="4762500" y="288607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Dumplings</a:t>
            </a:r>
          </a:p>
        </p:txBody>
      </p:sp>
      <p:sp>
        <p:nvSpPr>
          <p:cNvPr id="11" name="Rectangle 10">
            <a:extLst xmlns:a="http://schemas.openxmlformats.org/drawingml/2006/main">
              <a:ext uri="{FF2B5EF4-FFF2-40B4-BE49-F238E27FC236}">
                <a16:creationId xmlns:a16="http://schemas.microsoft.com/office/drawing/2014/main" id="{8018D11F-F658-48DE-A927-D3A163983823}"/>
              </a:ext>
            </a:extLst>
          </p:cNvPr>
          <p:cNvSpPr>
            <a:spLocks xmlns:a="http://schemas.openxmlformats.org/drawingml/2006/main" noGrp="1"/>
          </p:cNvSpPr>
          <p:nvPr/>
        </p:nvSpPr>
        <p:spPr>
          <a:xfrm xmlns:a="http://schemas.openxmlformats.org/drawingml/2006/main">
            <a:off x="6124575" y="288607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96FC0212-E3DA-4D3B-8350-E189E078D775}"/>
              </a:ext>
            </a:extLst>
          </p:cNvPr>
          <p:cNvSpPr>
            <a:spLocks xmlns:a="http://schemas.openxmlformats.org/drawingml/2006/main" noGrp="1"/>
          </p:cNvSpPr>
          <p:nvPr/>
        </p:nvSpPr>
        <p:spPr>
          <a:xfrm xmlns:a="http://schemas.openxmlformats.org/drawingml/2006/main">
            <a:off x="6143625" y="288607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Dumplings</a:t>
            </a:r>
          </a:p>
        </p:txBody>
      </p:sp>
      <p:sp>
        <p:nvSpPr>
          <p:cNvPr id="13" name="Rectangle 12">
            <a:extLst xmlns:a="http://schemas.openxmlformats.org/drawingml/2006/main">
              <a:ext uri="{FF2B5EF4-FFF2-40B4-BE49-F238E27FC236}">
                <a16:creationId xmlns:a16="http://schemas.microsoft.com/office/drawing/2014/main" id="{E8094BA6-5636-4FD2-8E8F-9331A9B2FA96}"/>
              </a:ext>
            </a:extLst>
          </p:cNvPr>
          <p:cNvSpPr>
            <a:spLocks xmlns:a="http://schemas.openxmlformats.org/drawingml/2006/main" noGrp="1"/>
          </p:cNvSpPr>
          <p:nvPr/>
        </p:nvSpPr>
        <p:spPr>
          <a:xfrm xmlns:a="http://schemas.openxmlformats.org/drawingml/2006/main">
            <a:off x="7505700" y="288607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71BFD553-92AA-4F2E-885E-4C740FE9D337}"/>
              </a:ext>
            </a:extLst>
          </p:cNvPr>
          <p:cNvSpPr>
            <a:spLocks xmlns:a="http://schemas.openxmlformats.org/drawingml/2006/main" noGrp="1"/>
          </p:cNvSpPr>
          <p:nvPr/>
        </p:nvSpPr>
        <p:spPr>
          <a:xfrm xmlns:a="http://schemas.openxmlformats.org/drawingml/2006/main">
            <a:off x="7524750" y="288607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Rice bowls</a:t>
            </a:r>
          </a:p>
        </p:txBody>
      </p:sp>
      <p:sp>
        <p:nvSpPr>
          <p:cNvPr id="15" name="Rectangle 14">
            <a:extLst xmlns:a="http://schemas.openxmlformats.org/drawingml/2006/main">
              <a:ext uri="{FF2B5EF4-FFF2-40B4-BE49-F238E27FC236}">
                <a16:creationId xmlns:a16="http://schemas.microsoft.com/office/drawing/2014/main" id="{861E1435-BEFA-4012-970D-1968C907B731}"/>
              </a:ext>
            </a:extLst>
          </p:cNvPr>
          <p:cNvSpPr>
            <a:spLocks xmlns:a="http://schemas.openxmlformats.org/drawingml/2006/main" noGrp="1"/>
          </p:cNvSpPr>
          <p:nvPr/>
        </p:nvSpPr>
        <p:spPr>
          <a:xfrm xmlns:a="http://schemas.openxmlformats.org/drawingml/2006/main">
            <a:off x="8886825" y="288607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6" name="Text">
            <a:extLst xmlns:a="http://schemas.openxmlformats.org/drawingml/2006/main">
              <a:ext uri="{FF2B5EF4-FFF2-40B4-BE49-F238E27FC236}">
                <a16:creationId xmlns:a16="http://schemas.microsoft.com/office/drawing/2014/main" id="{900F96E2-524E-467D-B7A1-899A8DD610C9}"/>
              </a:ext>
            </a:extLst>
          </p:cNvPr>
          <p:cNvSpPr>
            <a:spLocks xmlns:a="http://schemas.openxmlformats.org/drawingml/2006/main" noGrp="1"/>
          </p:cNvSpPr>
          <p:nvPr/>
        </p:nvSpPr>
        <p:spPr>
          <a:xfrm xmlns:a="http://schemas.openxmlformats.org/drawingml/2006/main">
            <a:off x="8905875" y="288607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17" name="Rectangle 16">
            <a:extLst xmlns:a="http://schemas.openxmlformats.org/drawingml/2006/main">
              <a:ext uri="{FF2B5EF4-FFF2-40B4-BE49-F238E27FC236}">
                <a16:creationId xmlns:a16="http://schemas.microsoft.com/office/drawing/2014/main" id="{B2CDC8C0-8CA5-4A25-B7A9-2C85843E9172}"/>
              </a:ext>
            </a:extLst>
          </p:cNvPr>
          <p:cNvSpPr>
            <a:spLocks xmlns:a="http://schemas.openxmlformats.org/drawingml/2006/main" noGrp="1"/>
          </p:cNvSpPr>
          <p:nvPr/>
        </p:nvSpPr>
        <p:spPr>
          <a:xfrm xmlns:a="http://schemas.openxmlformats.org/drawingml/2006/main">
            <a:off x="10267950" y="288607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BA565ECE-BFEF-49DD-BA99-07117EDF090D}"/>
              </a:ext>
            </a:extLst>
          </p:cNvPr>
          <p:cNvSpPr>
            <a:spLocks xmlns:a="http://schemas.openxmlformats.org/drawingml/2006/main" noGrp="1"/>
          </p:cNvSpPr>
          <p:nvPr/>
        </p:nvSpPr>
        <p:spPr>
          <a:xfrm xmlns:a="http://schemas.openxmlformats.org/drawingml/2006/main">
            <a:off x="10287000" y="288607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Sandwiches</a:t>
            </a:r>
          </a:p>
        </p:txBody>
      </p:sp>
      <p:sp>
        <p:nvSpPr>
          <p:cNvPr id="19" name="Rectangle 18">
            <a:extLst xmlns:a="http://schemas.openxmlformats.org/drawingml/2006/main">
              <a:ext uri="{FF2B5EF4-FFF2-40B4-BE49-F238E27FC236}">
                <a16:creationId xmlns:a16="http://schemas.microsoft.com/office/drawing/2014/main" id="{05592342-B019-4CAC-AE3F-B3A68EF009CB}"/>
              </a:ext>
            </a:extLst>
          </p:cNvPr>
          <p:cNvSpPr>
            <a:spLocks xmlns:a="http://schemas.openxmlformats.org/drawingml/2006/main" noGrp="1"/>
          </p:cNvSpPr>
          <p:nvPr/>
        </p:nvSpPr>
        <p:spPr>
          <a:xfrm xmlns:a="http://schemas.openxmlformats.org/drawingml/2006/main">
            <a:off x="600075" y="339661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0" name="Text">
            <a:extLst xmlns:a="http://schemas.openxmlformats.org/drawingml/2006/main">
              <a:ext uri="{FF2B5EF4-FFF2-40B4-BE49-F238E27FC236}">
                <a16:creationId xmlns:a16="http://schemas.microsoft.com/office/drawing/2014/main" id="{B6D94FA5-47C9-4E0C-8DD4-488485B79B98}"/>
              </a:ext>
            </a:extLst>
          </p:cNvPr>
          <p:cNvSpPr>
            <a:spLocks xmlns:a="http://schemas.openxmlformats.org/drawingml/2006/main" noGrp="1"/>
          </p:cNvSpPr>
          <p:nvPr/>
        </p:nvSpPr>
        <p:spPr>
          <a:xfrm xmlns:a="http://schemas.openxmlformats.org/drawingml/2006/main">
            <a:off x="619125" y="339661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Dumplings</a:t>
            </a:r>
          </a:p>
        </p:txBody>
      </p:sp>
      <p:sp>
        <p:nvSpPr>
          <p:cNvPr id="21" name="Rectangle 20">
            <a:extLst xmlns:a="http://schemas.openxmlformats.org/drawingml/2006/main">
              <a:ext uri="{FF2B5EF4-FFF2-40B4-BE49-F238E27FC236}">
                <a16:creationId xmlns:a16="http://schemas.microsoft.com/office/drawing/2014/main" id="{6AAFC60C-3ABF-4135-AFA4-63D8FADEADEC}"/>
              </a:ext>
            </a:extLst>
          </p:cNvPr>
          <p:cNvSpPr>
            <a:spLocks xmlns:a="http://schemas.openxmlformats.org/drawingml/2006/main" noGrp="1"/>
          </p:cNvSpPr>
          <p:nvPr/>
        </p:nvSpPr>
        <p:spPr>
          <a:xfrm xmlns:a="http://schemas.openxmlformats.org/drawingml/2006/main">
            <a:off x="1981200" y="339661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2" name="Text">
            <a:extLst xmlns:a="http://schemas.openxmlformats.org/drawingml/2006/main">
              <a:ext uri="{FF2B5EF4-FFF2-40B4-BE49-F238E27FC236}">
                <a16:creationId xmlns:a16="http://schemas.microsoft.com/office/drawing/2014/main" id="{D4794B7A-40DC-4906-99A2-78379B45081F}"/>
              </a:ext>
            </a:extLst>
          </p:cNvPr>
          <p:cNvSpPr>
            <a:spLocks xmlns:a="http://schemas.openxmlformats.org/drawingml/2006/main" noGrp="1"/>
          </p:cNvSpPr>
          <p:nvPr/>
        </p:nvSpPr>
        <p:spPr>
          <a:xfrm xmlns:a="http://schemas.openxmlformats.org/drawingml/2006/main">
            <a:off x="2000250" y="339661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Dumplings</a:t>
            </a:r>
          </a:p>
        </p:txBody>
      </p:sp>
      <p:sp>
        <p:nvSpPr>
          <p:cNvPr id="23" name="Rectangle 22">
            <a:extLst xmlns:a="http://schemas.openxmlformats.org/drawingml/2006/main">
              <a:ext uri="{FF2B5EF4-FFF2-40B4-BE49-F238E27FC236}">
                <a16:creationId xmlns:a16="http://schemas.microsoft.com/office/drawing/2014/main" id="{C02D17BB-9042-48DC-999F-9469124F4E9C}"/>
              </a:ext>
            </a:extLst>
          </p:cNvPr>
          <p:cNvSpPr>
            <a:spLocks xmlns:a="http://schemas.openxmlformats.org/drawingml/2006/main" noGrp="1"/>
          </p:cNvSpPr>
          <p:nvPr/>
        </p:nvSpPr>
        <p:spPr>
          <a:xfrm xmlns:a="http://schemas.openxmlformats.org/drawingml/2006/main">
            <a:off x="3362325" y="339661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4" name="Text">
            <a:extLst xmlns:a="http://schemas.openxmlformats.org/drawingml/2006/main">
              <a:ext uri="{FF2B5EF4-FFF2-40B4-BE49-F238E27FC236}">
                <a16:creationId xmlns:a16="http://schemas.microsoft.com/office/drawing/2014/main" id="{80DF6947-0158-40FA-9714-EFAA9E26ABD9}"/>
              </a:ext>
            </a:extLst>
          </p:cNvPr>
          <p:cNvSpPr>
            <a:spLocks xmlns:a="http://schemas.openxmlformats.org/drawingml/2006/main" noGrp="1"/>
          </p:cNvSpPr>
          <p:nvPr/>
        </p:nvSpPr>
        <p:spPr>
          <a:xfrm xmlns:a="http://schemas.openxmlformats.org/drawingml/2006/main">
            <a:off x="3381375" y="339661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Sandwiches</a:t>
            </a:r>
          </a:p>
        </p:txBody>
      </p:sp>
      <p:sp>
        <p:nvSpPr>
          <p:cNvPr id="25" name="Rectangle 24">
            <a:extLst xmlns:a="http://schemas.openxmlformats.org/drawingml/2006/main">
              <a:ext uri="{FF2B5EF4-FFF2-40B4-BE49-F238E27FC236}">
                <a16:creationId xmlns:a16="http://schemas.microsoft.com/office/drawing/2014/main" id="{813CC412-1FDE-475E-B42B-04BDDA80CEF3}"/>
              </a:ext>
            </a:extLst>
          </p:cNvPr>
          <p:cNvSpPr>
            <a:spLocks xmlns:a="http://schemas.openxmlformats.org/drawingml/2006/main" noGrp="1"/>
          </p:cNvSpPr>
          <p:nvPr/>
        </p:nvSpPr>
        <p:spPr>
          <a:xfrm xmlns:a="http://schemas.openxmlformats.org/drawingml/2006/main">
            <a:off x="4743450" y="339661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6" name="Text">
            <a:extLst xmlns:a="http://schemas.openxmlformats.org/drawingml/2006/main">
              <a:ext uri="{FF2B5EF4-FFF2-40B4-BE49-F238E27FC236}">
                <a16:creationId xmlns:a16="http://schemas.microsoft.com/office/drawing/2014/main" id="{02175F49-88F8-4BA6-8597-9A901CE1A144}"/>
              </a:ext>
            </a:extLst>
          </p:cNvPr>
          <p:cNvSpPr>
            <a:spLocks xmlns:a="http://schemas.openxmlformats.org/drawingml/2006/main" noGrp="1"/>
          </p:cNvSpPr>
          <p:nvPr/>
        </p:nvSpPr>
        <p:spPr>
          <a:xfrm xmlns:a="http://schemas.openxmlformats.org/drawingml/2006/main">
            <a:off x="4762500" y="339661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27" name="Rectangle 26">
            <a:extLst xmlns:a="http://schemas.openxmlformats.org/drawingml/2006/main">
              <a:ext uri="{FF2B5EF4-FFF2-40B4-BE49-F238E27FC236}">
                <a16:creationId xmlns:a16="http://schemas.microsoft.com/office/drawing/2014/main" id="{1BC12123-9055-4617-AE26-7EDA633B2D3A}"/>
              </a:ext>
            </a:extLst>
          </p:cNvPr>
          <p:cNvSpPr>
            <a:spLocks xmlns:a="http://schemas.openxmlformats.org/drawingml/2006/main" noGrp="1"/>
          </p:cNvSpPr>
          <p:nvPr/>
        </p:nvSpPr>
        <p:spPr>
          <a:xfrm xmlns:a="http://schemas.openxmlformats.org/drawingml/2006/main">
            <a:off x="6124575" y="339661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8" name="Text">
            <a:extLst xmlns:a="http://schemas.openxmlformats.org/drawingml/2006/main">
              <a:ext uri="{FF2B5EF4-FFF2-40B4-BE49-F238E27FC236}">
                <a16:creationId xmlns:a16="http://schemas.microsoft.com/office/drawing/2014/main" id="{9436BF02-A64A-41B2-A342-43D625FCC39D}"/>
              </a:ext>
            </a:extLst>
          </p:cNvPr>
          <p:cNvSpPr>
            <a:spLocks xmlns:a="http://schemas.openxmlformats.org/drawingml/2006/main" noGrp="1"/>
          </p:cNvSpPr>
          <p:nvPr/>
        </p:nvSpPr>
        <p:spPr>
          <a:xfrm xmlns:a="http://schemas.openxmlformats.org/drawingml/2006/main">
            <a:off x="6143625" y="339661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29" name="Rectangle 28">
            <a:extLst xmlns:a="http://schemas.openxmlformats.org/drawingml/2006/main">
              <a:ext uri="{FF2B5EF4-FFF2-40B4-BE49-F238E27FC236}">
                <a16:creationId xmlns:a16="http://schemas.microsoft.com/office/drawing/2014/main" id="{A338E40D-F192-4F7B-9B1C-D4FA1819B876}"/>
              </a:ext>
            </a:extLst>
          </p:cNvPr>
          <p:cNvSpPr>
            <a:spLocks xmlns:a="http://schemas.openxmlformats.org/drawingml/2006/main" noGrp="1"/>
          </p:cNvSpPr>
          <p:nvPr/>
        </p:nvSpPr>
        <p:spPr>
          <a:xfrm xmlns:a="http://schemas.openxmlformats.org/drawingml/2006/main">
            <a:off x="7505700" y="339661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0" name="Text">
            <a:extLst xmlns:a="http://schemas.openxmlformats.org/drawingml/2006/main">
              <a:ext uri="{FF2B5EF4-FFF2-40B4-BE49-F238E27FC236}">
                <a16:creationId xmlns:a16="http://schemas.microsoft.com/office/drawing/2014/main" id="{6FAB1E9D-B4CB-4D59-B2E0-6ABDD43F27D3}"/>
              </a:ext>
            </a:extLst>
          </p:cNvPr>
          <p:cNvSpPr>
            <a:spLocks xmlns:a="http://schemas.openxmlformats.org/drawingml/2006/main" noGrp="1"/>
          </p:cNvSpPr>
          <p:nvPr/>
        </p:nvSpPr>
        <p:spPr>
          <a:xfrm xmlns:a="http://schemas.openxmlformats.org/drawingml/2006/main">
            <a:off x="7524750" y="339661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Rice bowls</a:t>
            </a:r>
          </a:p>
        </p:txBody>
      </p:sp>
      <p:sp>
        <p:nvSpPr>
          <p:cNvPr id="31" name="Rectangle 30">
            <a:extLst xmlns:a="http://schemas.openxmlformats.org/drawingml/2006/main">
              <a:ext uri="{FF2B5EF4-FFF2-40B4-BE49-F238E27FC236}">
                <a16:creationId xmlns:a16="http://schemas.microsoft.com/office/drawing/2014/main" id="{ADBB4C2C-AADD-4667-9C04-96995D2DAA82}"/>
              </a:ext>
            </a:extLst>
          </p:cNvPr>
          <p:cNvSpPr>
            <a:spLocks xmlns:a="http://schemas.openxmlformats.org/drawingml/2006/main" noGrp="1"/>
          </p:cNvSpPr>
          <p:nvPr/>
        </p:nvSpPr>
        <p:spPr>
          <a:xfrm xmlns:a="http://schemas.openxmlformats.org/drawingml/2006/main">
            <a:off x="8886825" y="339661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2" name="Text">
            <a:extLst xmlns:a="http://schemas.openxmlformats.org/drawingml/2006/main">
              <a:ext uri="{FF2B5EF4-FFF2-40B4-BE49-F238E27FC236}">
                <a16:creationId xmlns:a16="http://schemas.microsoft.com/office/drawing/2014/main" id="{133F0382-0F2D-4A61-87AC-E6404E89C0AE}"/>
              </a:ext>
            </a:extLst>
          </p:cNvPr>
          <p:cNvSpPr>
            <a:spLocks xmlns:a="http://schemas.openxmlformats.org/drawingml/2006/main" noGrp="1"/>
          </p:cNvSpPr>
          <p:nvPr/>
        </p:nvSpPr>
        <p:spPr>
          <a:xfrm xmlns:a="http://schemas.openxmlformats.org/drawingml/2006/main">
            <a:off x="8905875" y="339661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33" name="Rectangle 32">
            <a:extLst xmlns:a="http://schemas.openxmlformats.org/drawingml/2006/main">
              <a:ext uri="{FF2B5EF4-FFF2-40B4-BE49-F238E27FC236}">
                <a16:creationId xmlns:a16="http://schemas.microsoft.com/office/drawing/2014/main" id="{B6248BDA-EBA3-4457-A4D2-51600EA6777C}"/>
              </a:ext>
            </a:extLst>
          </p:cNvPr>
          <p:cNvSpPr>
            <a:spLocks xmlns:a="http://schemas.openxmlformats.org/drawingml/2006/main" noGrp="1"/>
          </p:cNvSpPr>
          <p:nvPr/>
        </p:nvSpPr>
        <p:spPr>
          <a:xfrm xmlns:a="http://schemas.openxmlformats.org/drawingml/2006/main">
            <a:off x="10267950" y="339661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4" name="Text">
            <a:extLst xmlns:a="http://schemas.openxmlformats.org/drawingml/2006/main">
              <a:ext uri="{FF2B5EF4-FFF2-40B4-BE49-F238E27FC236}">
                <a16:creationId xmlns:a16="http://schemas.microsoft.com/office/drawing/2014/main" id="{5FC95D86-991C-4A02-A7C5-8F3D4CB09BE4}"/>
              </a:ext>
            </a:extLst>
          </p:cNvPr>
          <p:cNvSpPr>
            <a:spLocks xmlns:a="http://schemas.openxmlformats.org/drawingml/2006/main" noGrp="1"/>
          </p:cNvSpPr>
          <p:nvPr/>
        </p:nvSpPr>
        <p:spPr>
          <a:xfrm xmlns:a="http://schemas.openxmlformats.org/drawingml/2006/main">
            <a:off x="10287000" y="339661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Rice bowls</a:t>
            </a:r>
          </a:p>
        </p:txBody>
      </p:sp>
      <p:sp>
        <p:nvSpPr>
          <p:cNvPr id="35" name="Rectangle 34">
            <a:extLst xmlns:a="http://schemas.openxmlformats.org/drawingml/2006/main">
              <a:ext uri="{FF2B5EF4-FFF2-40B4-BE49-F238E27FC236}">
                <a16:creationId xmlns:a16="http://schemas.microsoft.com/office/drawing/2014/main" id="{594F0A8B-159F-4842-B111-D31CD3E5A329}"/>
              </a:ext>
            </a:extLst>
          </p:cNvPr>
          <p:cNvSpPr>
            <a:spLocks xmlns:a="http://schemas.openxmlformats.org/drawingml/2006/main" noGrp="1"/>
          </p:cNvSpPr>
          <p:nvPr/>
        </p:nvSpPr>
        <p:spPr>
          <a:xfrm xmlns:a="http://schemas.openxmlformats.org/drawingml/2006/main">
            <a:off x="600075" y="390715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6" name="Text">
            <a:extLst xmlns:a="http://schemas.openxmlformats.org/drawingml/2006/main">
              <a:ext uri="{FF2B5EF4-FFF2-40B4-BE49-F238E27FC236}">
                <a16:creationId xmlns:a16="http://schemas.microsoft.com/office/drawing/2014/main" id="{7EC36AD4-2CE3-48D1-8EED-758C838AB845}"/>
              </a:ext>
            </a:extLst>
          </p:cNvPr>
          <p:cNvSpPr>
            <a:spLocks xmlns:a="http://schemas.openxmlformats.org/drawingml/2006/main" noGrp="1"/>
          </p:cNvSpPr>
          <p:nvPr/>
        </p:nvSpPr>
        <p:spPr>
          <a:xfrm xmlns:a="http://schemas.openxmlformats.org/drawingml/2006/main">
            <a:off x="619125" y="390715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Dumplings</a:t>
            </a:r>
          </a:p>
        </p:txBody>
      </p:sp>
      <p:sp>
        <p:nvSpPr>
          <p:cNvPr id="37" name="Rectangle 36">
            <a:extLst xmlns:a="http://schemas.openxmlformats.org/drawingml/2006/main">
              <a:ext uri="{FF2B5EF4-FFF2-40B4-BE49-F238E27FC236}">
                <a16:creationId xmlns:a16="http://schemas.microsoft.com/office/drawing/2014/main" id="{9B62D848-F2E3-4825-BCBA-85E13A2E444E}"/>
              </a:ext>
            </a:extLst>
          </p:cNvPr>
          <p:cNvSpPr>
            <a:spLocks xmlns:a="http://schemas.openxmlformats.org/drawingml/2006/main" noGrp="1"/>
          </p:cNvSpPr>
          <p:nvPr/>
        </p:nvSpPr>
        <p:spPr>
          <a:xfrm xmlns:a="http://schemas.openxmlformats.org/drawingml/2006/main">
            <a:off x="1981200" y="390715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8" name="Text">
            <a:extLst xmlns:a="http://schemas.openxmlformats.org/drawingml/2006/main">
              <a:ext uri="{FF2B5EF4-FFF2-40B4-BE49-F238E27FC236}">
                <a16:creationId xmlns:a16="http://schemas.microsoft.com/office/drawing/2014/main" id="{4B494424-EB67-4DF1-9D28-C29F97FDD338}"/>
              </a:ext>
            </a:extLst>
          </p:cNvPr>
          <p:cNvSpPr>
            <a:spLocks xmlns:a="http://schemas.openxmlformats.org/drawingml/2006/main" noGrp="1"/>
          </p:cNvSpPr>
          <p:nvPr/>
        </p:nvSpPr>
        <p:spPr>
          <a:xfrm xmlns:a="http://schemas.openxmlformats.org/drawingml/2006/main">
            <a:off x="2000250" y="390715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Dumplings</a:t>
            </a:r>
          </a:p>
        </p:txBody>
      </p:sp>
      <p:sp>
        <p:nvSpPr>
          <p:cNvPr id="39" name="Rectangle 38">
            <a:extLst xmlns:a="http://schemas.openxmlformats.org/drawingml/2006/main">
              <a:ext uri="{FF2B5EF4-FFF2-40B4-BE49-F238E27FC236}">
                <a16:creationId xmlns:a16="http://schemas.microsoft.com/office/drawing/2014/main" id="{AA2D5C34-799A-4C0A-A2F9-1F47C85E4511}"/>
              </a:ext>
            </a:extLst>
          </p:cNvPr>
          <p:cNvSpPr>
            <a:spLocks xmlns:a="http://schemas.openxmlformats.org/drawingml/2006/main" noGrp="1"/>
          </p:cNvSpPr>
          <p:nvPr/>
        </p:nvSpPr>
        <p:spPr>
          <a:xfrm xmlns:a="http://schemas.openxmlformats.org/drawingml/2006/main">
            <a:off x="3362325" y="390715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0" name="Text">
            <a:extLst xmlns:a="http://schemas.openxmlformats.org/drawingml/2006/main">
              <a:ext uri="{FF2B5EF4-FFF2-40B4-BE49-F238E27FC236}">
                <a16:creationId xmlns:a16="http://schemas.microsoft.com/office/drawing/2014/main" id="{EB7955D1-4730-4387-848D-439B5E3F9668}"/>
              </a:ext>
            </a:extLst>
          </p:cNvPr>
          <p:cNvSpPr>
            <a:spLocks xmlns:a="http://schemas.openxmlformats.org/drawingml/2006/main" noGrp="1"/>
          </p:cNvSpPr>
          <p:nvPr/>
        </p:nvSpPr>
        <p:spPr>
          <a:xfrm xmlns:a="http://schemas.openxmlformats.org/drawingml/2006/main">
            <a:off x="3381375" y="390715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41" name="Rectangle 40">
            <a:extLst xmlns:a="http://schemas.openxmlformats.org/drawingml/2006/main">
              <a:ext uri="{FF2B5EF4-FFF2-40B4-BE49-F238E27FC236}">
                <a16:creationId xmlns:a16="http://schemas.microsoft.com/office/drawing/2014/main" id="{10B3DCC2-E3C7-4E2B-8621-BBC030F6853D}"/>
              </a:ext>
            </a:extLst>
          </p:cNvPr>
          <p:cNvSpPr>
            <a:spLocks xmlns:a="http://schemas.openxmlformats.org/drawingml/2006/main" noGrp="1"/>
          </p:cNvSpPr>
          <p:nvPr/>
        </p:nvSpPr>
        <p:spPr>
          <a:xfrm xmlns:a="http://schemas.openxmlformats.org/drawingml/2006/main">
            <a:off x="4743450" y="390715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2" name="Text">
            <a:extLst xmlns:a="http://schemas.openxmlformats.org/drawingml/2006/main">
              <a:ext uri="{FF2B5EF4-FFF2-40B4-BE49-F238E27FC236}">
                <a16:creationId xmlns:a16="http://schemas.microsoft.com/office/drawing/2014/main" id="{84B80B8C-085E-4D2B-BA76-42AC0DFBCC9B}"/>
              </a:ext>
            </a:extLst>
          </p:cNvPr>
          <p:cNvSpPr>
            <a:spLocks xmlns:a="http://schemas.openxmlformats.org/drawingml/2006/main" noGrp="1"/>
          </p:cNvSpPr>
          <p:nvPr/>
        </p:nvSpPr>
        <p:spPr>
          <a:xfrm xmlns:a="http://schemas.openxmlformats.org/drawingml/2006/main">
            <a:off x="4762500" y="390715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Dumplings</a:t>
            </a:r>
          </a:p>
        </p:txBody>
      </p:sp>
      <p:sp>
        <p:nvSpPr>
          <p:cNvPr id="43" name="Rectangle 42">
            <a:extLst xmlns:a="http://schemas.openxmlformats.org/drawingml/2006/main">
              <a:ext uri="{FF2B5EF4-FFF2-40B4-BE49-F238E27FC236}">
                <a16:creationId xmlns:a16="http://schemas.microsoft.com/office/drawing/2014/main" id="{DE86B396-172E-4100-BE86-C4A35260848C}"/>
              </a:ext>
            </a:extLst>
          </p:cNvPr>
          <p:cNvSpPr>
            <a:spLocks xmlns:a="http://schemas.openxmlformats.org/drawingml/2006/main" noGrp="1"/>
          </p:cNvSpPr>
          <p:nvPr/>
        </p:nvSpPr>
        <p:spPr>
          <a:xfrm xmlns:a="http://schemas.openxmlformats.org/drawingml/2006/main">
            <a:off x="6124575" y="390715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4" name="Text">
            <a:extLst xmlns:a="http://schemas.openxmlformats.org/drawingml/2006/main">
              <a:ext uri="{FF2B5EF4-FFF2-40B4-BE49-F238E27FC236}">
                <a16:creationId xmlns:a16="http://schemas.microsoft.com/office/drawing/2014/main" id="{A1CEE32C-6613-4D77-8882-B29D6CA9E087}"/>
              </a:ext>
            </a:extLst>
          </p:cNvPr>
          <p:cNvSpPr>
            <a:spLocks xmlns:a="http://schemas.openxmlformats.org/drawingml/2006/main" noGrp="1"/>
          </p:cNvSpPr>
          <p:nvPr/>
        </p:nvSpPr>
        <p:spPr>
          <a:xfrm xmlns:a="http://schemas.openxmlformats.org/drawingml/2006/main">
            <a:off x="6143625" y="390715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45" name="Rectangle 44">
            <a:extLst xmlns:a="http://schemas.openxmlformats.org/drawingml/2006/main">
              <a:ext uri="{FF2B5EF4-FFF2-40B4-BE49-F238E27FC236}">
                <a16:creationId xmlns:a16="http://schemas.microsoft.com/office/drawing/2014/main" id="{AE63798C-1902-42C7-9E01-487D5856FF7D}"/>
              </a:ext>
            </a:extLst>
          </p:cNvPr>
          <p:cNvSpPr>
            <a:spLocks xmlns:a="http://schemas.openxmlformats.org/drawingml/2006/main" noGrp="1"/>
          </p:cNvSpPr>
          <p:nvPr/>
        </p:nvSpPr>
        <p:spPr>
          <a:xfrm xmlns:a="http://schemas.openxmlformats.org/drawingml/2006/main">
            <a:off x="7505700" y="390715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6" name="Text">
            <a:extLst xmlns:a="http://schemas.openxmlformats.org/drawingml/2006/main">
              <a:ext uri="{FF2B5EF4-FFF2-40B4-BE49-F238E27FC236}">
                <a16:creationId xmlns:a16="http://schemas.microsoft.com/office/drawing/2014/main" id="{FFE1C635-159A-425D-8980-8676096C2E08}"/>
              </a:ext>
            </a:extLst>
          </p:cNvPr>
          <p:cNvSpPr>
            <a:spLocks xmlns:a="http://schemas.openxmlformats.org/drawingml/2006/main" noGrp="1"/>
          </p:cNvSpPr>
          <p:nvPr/>
        </p:nvSpPr>
        <p:spPr>
          <a:xfrm xmlns:a="http://schemas.openxmlformats.org/drawingml/2006/main">
            <a:off x="7524750" y="390715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Rice bowls</a:t>
            </a:r>
          </a:p>
        </p:txBody>
      </p:sp>
      <p:sp>
        <p:nvSpPr>
          <p:cNvPr id="47" name="Rectangle 46">
            <a:extLst xmlns:a="http://schemas.openxmlformats.org/drawingml/2006/main">
              <a:ext uri="{FF2B5EF4-FFF2-40B4-BE49-F238E27FC236}">
                <a16:creationId xmlns:a16="http://schemas.microsoft.com/office/drawing/2014/main" id="{715A0AF4-E9C7-473B-9637-1CEB26FC3EEE}"/>
              </a:ext>
            </a:extLst>
          </p:cNvPr>
          <p:cNvSpPr>
            <a:spLocks xmlns:a="http://schemas.openxmlformats.org/drawingml/2006/main" noGrp="1"/>
          </p:cNvSpPr>
          <p:nvPr/>
        </p:nvSpPr>
        <p:spPr>
          <a:xfrm xmlns:a="http://schemas.openxmlformats.org/drawingml/2006/main">
            <a:off x="8886825" y="390715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8" name="Text">
            <a:extLst xmlns:a="http://schemas.openxmlformats.org/drawingml/2006/main">
              <a:ext uri="{FF2B5EF4-FFF2-40B4-BE49-F238E27FC236}">
                <a16:creationId xmlns:a16="http://schemas.microsoft.com/office/drawing/2014/main" id="{8ADA8313-09DB-4BA9-AD24-81E7C72103FF}"/>
              </a:ext>
            </a:extLst>
          </p:cNvPr>
          <p:cNvSpPr>
            <a:spLocks xmlns:a="http://schemas.openxmlformats.org/drawingml/2006/main" noGrp="1"/>
          </p:cNvSpPr>
          <p:nvPr/>
        </p:nvSpPr>
        <p:spPr>
          <a:xfrm xmlns:a="http://schemas.openxmlformats.org/drawingml/2006/main">
            <a:off x="8905875" y="390715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Dumplings</a:t>
            </a:r>
          </a:p>
        </p:txBody>
      </p:sp>
      <p:sp>
        <p:nvSpPr>
          <p:cNvPr id="49" name="Rectangle 48">
            <a:extLst xmlns:a="http://schemas.openxmlformats.org/drawingml/2006/main">
              <a:ext uri="{FF2B5EF4-FFF2-40B4-BE49-F238E27FC236}">
                <a16:creationId xmlns:a16="http://schemas.microsoft.com/office/drawing/2014/main" id="{372EAD13-BBC9-409F-A952-3846ED2C88BD}"/>
              </a:ext>
            </a:extLst>
          </p:cNvPr>
          <p:cNvSpPr>
            <a:spLocks xmlns:a="http://schemas.openxmlformats.org/drawingml/2006/main" noGrp="1"/>
          </p:cNvSpPr>
          <p:nvPr/>
        </p:nvSpPr>
        <p:spPr>
          <a:xfrm xmlns:a="http://schemas.openxmlformats.org/drawingml/2006/main">
            <a:off x="10267950" y="390715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0" name="Text">
            <a:extLst xmlns:a="http://schemas.openxmlformats.org/drawingml/2006/main">
              <a:ext uri="{FF2B5EF4-FFF2-40B4-BE49-F238E27FC236}">
                <a16:creationId xmlns:a16="http://schemas.microsoft.com/office/drawing/2014/main" id="{CDB388C0-E1D0-4E1F-9AAB-2A423607DE75}"/>
              </a:ext>
            </a:extLst>
          </p:cNvPr>
          <p:cNvSpPr>
            <a:spLocks xmlns:a="http://schemas.openxmlformats.org/drawingml/2006/main" noGrp="1"/>
          </p:cNvSpPr>
          <p:nvPr/>
        </p:nvSpPr>
        <p:spPr>
          <a:xfrm xmlns:a="http://schemas.openxmlformats.org/drawingml/2006/main">
            <a:off x="10287000" y="390715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Dumplings</a:t>
            </a:r>
          </a:p>
        </p:txBody>
      </p:sp>
      <p:sp>
        <p:nvSpPr>
          <p:cNvPr id="51" name="Rectangle 50">
            <a:extLst xmlns:a="http://schemas.openxmlformats.org/drawingml/2006/main">
              <a:ext uri="{FF2B5EF4-FFF2-40B4-BE49-F238E27FC236}">
                <a16:creationId xmlns:a16="http://schemas.microsoft.com/office/drawing/2014/main" id="{ADB5E244-CE8C-417B-B549-D61106C639D5}"/>
              </a:ext>
            </a:extLst>
          </p:cNvPr>
          <p:cNvSpPr>
            <a:spLocks xmlns:a="http://schemas.openxmlformats.org/drawingml/2006/main" noGrp="1"/>
          </p:cNvSpPr>
          <p:nvPr/>
        </p:nvSpPr>
        <p:spPr>
          <a:xfrm xmlns:a="http://schemas.openxmlformats.org/drawingml/2006/main">
            <a:off x="600075" y="441769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2" name="Text">
            <a:extLst xmlns:a="http://schemas.openxmlformats.org/drawingml/2006/main">
              <a:ext uri="{FF2B5EF4-FFF2-40B4-BE49-F238E27FC236}">
                <a16:creationId xmlns:a16="http://schemas.microsoft.com/office/drawing/2014/main" id="{06F1F830-F66F-4B8B-88C6-A077BDDC11A4}"/>
              </a:ext>
            </a:extLst>
          </p:cNvPr>
          <p:cNvSpPr>
            <a:spLocks xmlns:a="http://schemas.openxmlformats.org/drawingml/2006/main" noGrp="1"/>
          </p:cNvSpPr>
          <p:nvPr/>
        </p:nvSpPr>
        <p:spPr>
          <a:xfrm xmlns:a="http://schemas.openxmlformats.org/drawingml/2006/main">
            <a:off x="619125" y="441769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Sandwiches</a:t>
            </a:r>
          </a:p>
        </p:txBody>
      </p:sp>
      <p:sp>
        <p:nvSpPr>
          <p:cNvPr id="53" name="Rectangle 52">
            <a:extLst xmlns:a="http://schemas.openxmlformats.org/drawingml/2006/main">
              <a:ext uri="{FF2B5EF4-FFF2-40B4-BE49-F238E27FC236}">
                <a16:creationId xmlns:a16="http://schemas.microsoft.com/office/drawing/2014/main" id="{55136C36-0304-4D8C-B920-444E8818141A}"/>
              </a:ext>
            </a:extLst>
          </p:cNvPr>
          <p:cNvSpPr>
            <a:spLocks xmlns:a="http://schemas.openxmlformats.org/drawingml/2006/main" noGrp="1"/>
          </p:cNvSpPr>
          <p:nvPr/>
        </p:nvSpPr>
        <p:spPr>
          <a:xfrm xmlns:a="http://schemas.openxmlformats.org/drawingml/2006/main">
            <a:off x="1981200" y="441769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4" name="Text">
            <a:extLst xmlns:a="http://schemas.openxmlformats.org/drawingml/2006/main">
              <a:ext uri="{FF2B5EF4-FFF2-40B4-BE49-F238E27FC236}">
                <a16:creationId xmlns:a16="http://schemas.microsoft.com/office/drawing/2014/main" id="{0B6DFC1F-DBE7-48DD-9A55-29057007ED91}"/>
              </a:ext>
            </a:extLst>
          </p:cNvPr>
          <p:cNvSpPr>
            <a:spLocks xmlns:a="http://schemas.openxmlformats.org/drawingml/2006/main" noGrp="1"/>
          </p:cNvSpPr>
          <p:nvPr/>
        </p:nvSpPr>
        <p:spPr>
          <a:xfrm xmlns:a="http://schemas.openxmlformats.org/drawingml/2006/main">
            <a:off x="2000250" y="441769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55" name="Rectangle 54">
            <a:extLst xmlns:a="http://schemas.openxmlformats.org/drawingml/2006/main">
              <a:ext uri="{FF2B5EF4-FFF2-40B4-BE49-F238E27FC236}">
                <a16:creationId xmlns:a16="http://schemas.microsoft.com/office/drawing/2014/main" id="{C985EAE4-1144-466B-AD7E-D47B80B5F14D}"/>
              </a:ext>
            </a:extLst>
          </p:cNvPr>
          <p:cNvSpPr>
            <a:spLocks xmlns:a="http://schemas.openxmlformats.org/drawingml/2006/main" noGrp="1"/>
          </p:cNvSpPr>
          <p:nvPr/>
        </p:nvSpPr>
        <p:spPr>
          <a:xfrm xmlns:a="http://schemas.openxmlformats.org/drawingml/2006/main">
            <a:off x="3362325" y="441769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6" name="Text">
            <a:extLst xmlns:a="http://schemas.openxmlformats.org/drawingml/2006/main">
              <a:ext uri="{FF2B5EF4-FFF2-40B4-BE49-F238E27FC236}">
                <a16:creationId xmlns:a16="http://schemas.microsoft.com/office/drawing/2014/main" id="{2B1E6E59-0339-4BCD-845E-A0DDFF16C9E2}"/>
              </a:ext>
            </a:extLst>
          </p:cNvPr>
          <p:cNvSpPr>
            <a:spLocks xmlns:a="http://schemas.openxmlformats.org/drawingml/2006/main" noGrp="1"/>
          </p:cNvSpPr>
          <p:nvPr/>
        </p:nvSpPr>
        <p:spPr>
          <a:xfrm xmlns:a="http://schemas.openxmlformats.org/drawingml/2006/main">
            <a:off x="3381375" y="441769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Rice bowls</a:t>
            </a:r>
          </a:p>
        </p:txBody>
      </p:sp>
      <p:sp>
        <p:nvSpPr>
          <p:cNvPr id="57" name="Rectangle 56">
            <a:extLst xmlns:a="http://schemas.openxmlformats.org/drawingml/2006/main">
              <a:ext uri="{FF2B5EF4-FFF2-40B4-BE49-F238E27FC236}">
                <a16:creationId xmlns:a16="http://schemas.microsoft.com/office/drawing/2014/main" id="{5F436D52-99F8-4681-AFB0-7E468C1C034A}"/>
              </a:ext>
            </a:extLst>
          </p:cNvPr>
          <p:cNvSpPr>
            <a:spLocks xmlns:a="http://schemas.openxmlformats.org/drawingml/2006/main" noGrp="1"/>
          </p:cNvSpPr>
          <p:nvPr/>
        </p:nvSpPr>
        <p:spPr>
          <a:xfrm xmlns:a="http://schemas.openxmlformats.org/drawingml/2006/main">
            <a:off x="4743450" y="441769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8" name="Text">
            <a:extLst xmlns:a="http://schemas.openxmlformats.org/drawingml/2006/main">
              <a:ext uri="{FF2B5EF4-FFF2-40B4-BE49-F238E27FC236}">
                <a16:creationId xmlns:a16="http://schemas.microsoft.com/office/drawing/2014/main" id="{273C8C73-9796-4B04-81F2-1638521F5733}"/>
              </a:ext>
            </a:extLst>
          </p:cNvPr>
          <p:cNvSpPr>
            <a:spLocks xmlns:a="http://schemas.openxmlformats.org/drawingml/2006/main" noGrp="1"/>
          </p:cNvSpPr>
          <p:nvPr/>
        </p:nvSpPr>
        <p:spPr>
          <a:xfrm xmlns:a="http://schemas.openxmlformats.org/drawingml/2006/main">
            <a:off x="4762500" y="441769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Sandwiches</a:t>
            </a:r>
          </a:p>
        </p:txBody>
      </p:sp>
      <p:sp>
        <p:nvSpPr>
          <p:cNvPr id="59" name="Rectangle 58">
            <a:extLst xmlns:a="http://schemas.openxmlformats.org/drawingml/2006/main">
              <a:ext uri="{FF2B5EF4-FFF2-40B4-BE49-F238E27FC236}">
                <a16:creationId xmlns:a16="http://schemas.microsoft.com/office/drawing/2014/main" id="{1355D1BD-0A85-4D6D-80A8-5505A86C95D1}"/>
              </a:ext>
            </a:extLst>
          </p:cNvPr>
          <p:cNvSpPr>
            <a:spLocks xmlns:a="http://schemas.openxmlformats.org/drawingml/2006/main" noGrp="1"/>
          </p:cNvSpPr>
          <p:nvPr/>
        </p:nvSpPr>
        <p:spPr>
          <a:xfrm xmlns:a="http://schemas.openxmlformats.org/drawingml/2006/main">
            <a:off x="6124575" y="441769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0" name="Text">
            <a:extLst xmlns:a="http://schemas.openxmlformats.org/drawingml/2006/main">
              <a:ext uri="{FF2B5EF4-FFF2-40B4-BE49-F238E27FC236}">
                <a16:creationId xmlns:a16="http://schemas.microsoft.com/office/drawing/2014/main" id="{A3BB4B70-AF45-4297-9B9E-E6B87245DEA7}"/>
              </a:ext>
            </a:extLst>
          </p:cNvPr>
          <p:cNvSpPr>
            <a:spLocks xmlns:a="http://schemas.openxmlformats.org/drawingml/2006/main" noGrp="1"/>
          </p:cNvSpPr>
          <p:nvPr/>
        </p:nvSpPr>
        <p:spPr>
          <a:xfrm xmlns:a="http://schemas.openxmlformats.org/drawingml/2006/main">
            <a:off x="6143625" y="441769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61" name="Rectangle 60">
            <a:extLst xmlns:a="http://schemas.openxmlformats.org/drawingml/2006/main">
              <a:ext uri="{FF2B5EF4-FFF2-40B4-BE49-F238E27FC236}">
                <a16:creationId xmlns:a16="http://schemas.microsoft.com/office/drawing/2014/main" id="{FD529359-B5E6-47BD-B6B4-0493907BA391}"/>
              </a:ext>
            </a:extLst>
          </p:cNvPr>
          <p:cNvSpPr>
            <a:spLocks xmlns:a="http://schemas.openxmlformats.org/drawingml/2006/main" noGrp="1"/>
          </p:cNvSpPr>
          <p:nvPr/>
        </p:nvSpPr>
        <p:spPr>
          <a:xfrm xmlns:a="http://schemas.openxmlformats.org/drawingml/2006/main">
            <a:off x="7505700" y="441769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2" name="Text">
            <a:extLst xmlns:a="http://schemas.openxmlformats.org/drawingml/2006/main">
              <a:ext uri="{FF2B5EF4-FFF2-40B4-BE49-F238E27FC236}">
                <a16:creationId xmlns:a16="http://schemas.microsoft.com/office/drawing/2014/main" id="{84D38989-4D8F-4187-A12F-6713E4AA6D5A}"/>
              </a:ext>
            </a:extLst>
          </p:cNvPr>
          <p:cNvSpPr>
            <a:spLocks xmlns:a="http://schemas.openxmlformats.org/drawingml/2006/main" noGrp="1"/>
          </p:cNvSpPr>
          <p:nvPr/>
        </p:nvSpPr>
        <p:spPr>
          <a:xfrm xmlns:a="http://schemas.openxmlformats.org/drawingml/2006/main">
            <a:off x="7524750" y="441769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63" name="Rectangle 62">
            <a:extLst xmlns:a="http://schemas.openxmlformats.org/drawingml/2006/main">
              <a:ext uri="{FF2B5EF4-FFF2-40B4-BE49-F238E27FC236}">
                <a16:creationId xmlns:a16="http://schemas.microsoft.com/office/drawing/2014/main" id="{2268C460-E403-4A4F-A304-3541679D4A29}"/>
              </a:ext>
            </a:extLst>
          </p:cNvPr>
          <p:cNvSpPr>
            <a:spLocks xmlns:a="http://schemas.openxmlformats.org/drawingml/2006/main" noGrp="1"/>
          </p:cNvSpPr>
          <p:nvPr/>
        </p:nvSpPr>
        <p:spPr>
          <a:xfrm xmlns:a="http://schemas.openxmlformats.org/drawingml/2006/main">
            <a:off x="8886825" y="441769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4" name="Text">
            <a:extLst xmlns:a="http://schemas.openxmlformats.org/drawingml/2006/main">
              <a:ext uri="{FF2B5EF4-FFF2-40B4-BE49-F238E27FC236}">
                <a16:creationId xmlns:a16="http://schemas.microsoft.com/office/drawing/2014/main" id="{D9C5FB97-BADA-416D-8AC3-1BFAADD230D7}"/>
              </a:ext>
            </a:extLst>
          </p:cNvPr>
          <p:cNvSpPr>
            <a:spLocks xmlns:a="http://schemas.openxmlformats.org/drawingml/2006/main" noGrp="1"/>
          </p:cNvSpPr>
          <p:nvPr/>
        </p:nvSpPr>
        <p:spPr>
          <a:xfrm xmlns:a="http://schemas.openxmlformats.org/drawingml/2006/main">
            <a:off x="8905875" y="441769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Rice bowls</a:t>
            </a:r>
          </a:p>
        </p:txBody>
      </p:sp>
      <p:sp>
        <p:nvSpPr>
          <p:cNvPr id="65" name="Rectangle 64">
            <a:extLst xmlns:a="http://schemas.openxmlformats.org/drawingml/2006/main">
              <a:ext uri="{FF2B5EF4-FFF2-40B4-BE49-F238E27FC236}">
                <a16:creationId xmlns:a16="http://schemas.microsoft.com/office/drawing/2014/main" id="{BAD37792-1656-4571-976C-0DD5C7AFE9F6}"/>
              </a:ext>
            </a:extLst>
          </p:cNvPr>
          <p:cNvSpPr>
            <a:spLocks xmlns:a="http://schemas.openxmlformats.org/drawingml/2006/main" noGrp="1"/>
          </p:cNvSpPr>
          <p:nvPr/>
        </p:nvSpPr>
        <p:spPr>
          <a:xfrm xmlns:a="http://schemas.openxmlformats.org/drawingml/2006/main">
            <a:off x="10267950" y="441769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6" name="Text">
            <a:extLst xmlns:a="http://schemas.openxmlformats.org/drawingml/2006/main">
              <a:ext uri="{FF2B5EF4-FFF2-40B4-BE49-F238E27FC236}">
                <a16:creationId xmlns:a16="http://schemas.microsoft.com/office/drawing/2014/main" id="{A3EFBE4C-9290-4A99-8F9E-CA00D17E2539}"/>
              </a:ext>
            </a:extLst>
          </p:cNvPr>
          <p:cNvSpPr>
            <a:spLocks xmlns:a="http://schemas.openxmlformats.org/drawingml/2006/main" noGrp="1"/>
          </p:cNvSpPr>
          <p:nvPr/>
        </p:nvSpPr>
        <p:spPr>
          <a:xfrm xmlns:a="http://schemas.openxmlformats.org/drawingml/2006/main">
            <a:off x="10287000" y="441769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Rice bowls</a:t>
            </a:r>
          </a:p>
        </p:txBody>
      </p:sp>
      <p:sp>
        <p:nvSpPr>
          <p:cNvPr id="67" name="Rectangle 66">
            <a:extLst xmlns:a="http://schemas.openxmlformats.org/drawingml/2006/main">
              <a:ext uri="{FF2B5EF4-FFF2-40B4-BE49-F238E27FC236}">
                <a16:creationId xmlns:a16="http://schemas.microsoft.com/office/drawing/2014/main" id="{60526DDD-45FE-4AF6-B5F7-A6EF76779AB0}"/>
              </a:ext>
            </a:extLst>
          </p:cNvPr>
          <p:cNvSpPr>
            <a:spLocks xmlns:a="http://schemas.openxmlformats.org/drawingml/2006/main" noGrp="1"/>
          </p:cNvSpPr>
          <p:nvPr/>
        </p:nvSpPr>
        <p:spPr>
          <a:xfrm xmlns:a="http://schemas.openxmlformats.org/drawingml/2006/main">
            <a:off x="600075" y="492823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8" name="Text">
            <a:extLst xmlns:a="http://schemas.openxmlformats.org/drawingml/2006/main">
              <a:ext uri="{FF2B5EF4-FFF2-40B4-BE49-F238E27FC236}">
                <a16:creationId xmlns:a16="http://schemas.microsoft.com/office/drawing/2014/main" id="{4F61D107-CFE8-40DB-895D-7933D4C2021F}"/>
              </a:ext>
            </a:extLst>
          </p:cNvPr>
          <p:cNvSpPr>
            <a:spLocks xmlns:a="http://schemas.openxmlformats.org/drawingml/2006/main" noGrp="1"/>
          </p:cNvSpPr>
          <p:nvPr/>
        </p:nvSpPr>
        <p:spPr>
          <a:xfrm xmlns:a="http://schemas.openxmlformats.org/drawingml/2006/main">
            <a:off x="619125" y="492823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Sandwiches</a:t>
            </a:r>
          </a:p>
        </p:txBody>
      </p:sp>
      <p:sp>
        <p:nvSpPr>
          <p:cNvPr id="69" name="Rectangle 68">
            <a:extLst xmlns:a="http://schemas.openxmlformats.org/drawingml/2006/main">
              <a:ext uri="{FF2B5EF4-FFF2-40B4-BE49-F238E27FC236}">
                <a16:creationId xmlns:a16="http://schemas.microsoft.com/office/drawing/2014/main" id="{6520A069-39C7-4034-A23A-A98DCBD5BF7B}"/>
              </a:ext>
            </a:extLst>
          </p:cNvPr>
          <p:cNvSpPr>
            <a:spLocks xmlns:a="http://schemas.openxmlformats.org/drawingml/2006/main" noGrp="1"/>
          </p:cNvSpPr>
          <p:nvPr/>
        </p:nvSpPr>
        <p:spPr>
          <a:xfrm xmlns:a="http://schemas.openxmlformats.org/drawingml/2006/main">
            <a:off x="1981200" y="492823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0" name="Text">
            <a:extLst xmlns:a="http://schemas.openxmlformats.org/drawingml/2006/main">
              <a:ext uri="{FF2B5EF4-FFF2-40B4-BE49-F238E27FC236}">
                <a16:creationId xmlns:a16="http://schemas.microsoft.com/office/drawing/2014/main" id="{C9820A69-80C5-4ADC-8D6C-554154AB048E}"/>
              </a:ext>
            </a:extLst>
          </p:cNvPr>
          <p:cNvSpPr>
            <a:spLocks xmlns:a="http://schemas.openxmlformats.org/drawingml/2006/main" noGrp="1"/>
          </p:cNvSpPr>
          <p:nvPr/>
        </p:nvSpPr>
        <p:spPr>
          <a:xfrm xmlns:a="http://schemas.openxmlformats.org/drawingml/2006/main">
            <a:off x="2000250" y="492823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71" name="Rectangle 70">
            <a:extLst xmlns:a="http://schemas.openxmlformats.org/drawingml/2006/main">
              <a:ext uri="{FF2B5EF4-FFF2-40B4-BE49-F238E27FC236}">
                <a16:creationId xmlns:a16="http://schemas.microsoft.com/office/drawing/2014/main" id="{359BC2A9-5027-4786-B370-64F9B9A0019C}"/>
              </a:ext>
            </a:extLst>
          </p:cNvPr>
          <p:cNvSpPr>
            <a:spLocks xmlns:a="http://schemas.openxmlformats.org/drawingml/2006/main" noGrp="1"/>
          </p:cNvSpPr>
          <p:nvPr/>
        </p:nvSpPr>
        <p:spPr>
          <a:xfrm xmlns:a="http://schemas.openxmlformats.org/drawingml/2006/main">
            <a:off x="3362325" y="492823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2" name="Text">
            <a:extLst xmlns:a="http://schemas.openxmlformats.org/drawingml/2006/main">
              <a:ext uri="{FF2B5EF4-FFF2-40B4-BE49-F238E27FC236}">
                <a16:creationId xmlns:a16="http://schemas.microsoft.com/office/drawing/2014/main" id="{6FD01985-3719-48A7-9BEE-536B2DCB3794}"/>
              </a:ext>
            </a:extLst>
          </p:cNvPr>
          <p:cNvSpPr>
            <a:spLocks xmlns:a="http://schemas.openxmlformats.org/drawingml/2006/main" noGrp="1"/>
          </p:cNvSpPr>
          <p:nvPr/>
        </p:nvSpPr>
        <p:spPr>
          <a:xfrm xmlns:a="http://schemas.openxmlformats.org/drawingml/2006/main">
            <a:off x="3381375" y="492823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Rice bowls</a:t>
            </a:r>
          </a:p>
        </p:txBody>
      </p:sp>
      <p:sp>
        <p:nvSpPr>
          <p:cNvPr id="73" name="Rectangle 72">
            <a:extLst xmlns:a="http://schemas.openxmlformats.org/drawingml/2006/main">
              <a:ext uri="{FF2B5EF4-FFF2-40B4-BE49-F238E27FC236}">
                <a16:creationId xmlns:a16="http://schemas.microsoft.com/office/drawing/2014/main" id="{92D6A56D-A3BA-44C0-95B9-E52F893762AD}"/>
              </a:ext>
            </a:extLst>
          </p:cNvPr>
          <p:cNvSpPr>
            <a:spLocks xmlns:a="http://schemas.openxmlformats.org/drawingml/2006/main" noGrp="1"/>
          </p:cNvSpPr>
          <p:nvPr/>
        </p:nvSpPr>
        <p:spPr>
          <a:xfrm xmlns:a="http://schemas.openxmlformats.org/drawingml/2006/main">
            <a:off x="4743450" y="492823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4" name="Text">
            <a:extLst xmlns:a="http://schemas.openxmlformats.org/drawingml/2006/main">
              <a:ext uri="{FF2B5EF4-FFF2-40B4-BE49-F238E27FC236}">
                <a16:creationId xmlns:a16="http://schemas.microsoft.com/office/drawing/2014/main" id="{88C67C29-050E-4AA2-9A1A-7AB235A1A137}"/>
              </a:ext>
            </a:extLst>
          </p:cNvPr>
          <p:cNvSpPr>
            <a:spLocks xmlns:a="http://schemas.openxmlformats.org/drawingml/2006/main" noGrp="1"/>
          </p:cNvSpPr>
          <p:nvPr/>
        </p:nvSpPr>
        <p:spPr>
          <a:xfrm xmlns:a="http://schemas.openxmlformats.org/drawingml/2006/main">
            <a:off x="4762500" y="492823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75" name="Rectangle 74">
            <a:extLst xmlns:a="http://schemas.openxmlformats.org/drawingml/2006/main">
              <a:ext uri="{FF2B5EF4-FFF2-40B4-BE49-F238E27FC236}">
                <a16:creationId xmlns:a16="http://schemas.microsoft.com/office/drawing/2014/main" id="{C47D7A01-0CC1-447F-A1B1-01BD42A9AAE1}"/>
              </a:ext>
            </a:extLst>
          </p:cNvPr>
          <p:cNvSpPr>
            <a:spLocks xmlns:a="http://schemas.openxmlformats.org/drawingml/2006/main" noGrp="1"/>
          </p:cNvSpPr>
          <p:nvPr/>
        </p:nvSpPr>
        <p:spPr>
          <a:xfrm xmlns:a="http://schemas.openxmlformats.org/drawingml/2006/main">
            <a:off x="6124575" y="492823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6" name="Text">
            <a:extLst xmlns:a="http://schemas.openxmlformats.org/drawingml/2006/main">
              <a:ext uri="{FF2B5EF4-FFF2-40B4-BE49-F238E27FC236}">
                <a16:creationId xmlns:a16="http://schemas.microsoft.com/office/drawing/2014/main" id="{BF1052E2-9D8A-40D0-8055-2B4B59E4E3EC}"/>
              </a:ext>
            </a:extLst>
          </p:cNvPr>
          <p:cNvSpPr>
            <a:spLocks xmlns:a="http://schemas.openxmlformats.org/drawingml/2006/main" noGrp="1"/>
          </p:cNvSpPr>
          <p:nvPr/>
        </p:nvSpPr>
        <p:spPr>
          <a:xfrm xmlns:a="http://schemas.openxmlformats.org/drawingml/2006/main">
            <a:off x="6143625" y="492823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Dumplings</a:t>
            </a:r>
          </a:p>
        </p:txBody>
      </p:sp>
      <p:sp>
        <p:nvSpPr>
          <p:cNvPr id="77" name="Rectangle 76">
            <a:extLst xmlns:a="http://schemas.openxmlformats.org/drawingml/2006/main">
              <a:ext uri="{FF2B5EF4-FFF2-40B4-BE49-F238E27FC236}">
                <a16:creationId xmlns:a16="http://schemas.microsoft.com/office/drawing/2014/main" id="{4DBE8503-3FF8-4AA9-8B94-F99D9ECE3AC9}"/>
              </a:ext>
            </a:extLst>
          </p:cNvPr>
          <p:cNvSpPr>
            <a:spLocks xmlns:a="http://schemas.openxmlformats.org/drawingml/2006/main" noGrp="1"/>
          </p:cNvSpPr>
          <p:nvPr/>
        </p:nvSpPr>
        <p:spPr>
          <a:xfrm xmlns:a="http://schemas.openxmlformats.org/drawingml/2006/main">
            <a:off x="7505700" y="492823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8" name="Text">
            <a:extLst xmlns:a="http://schemas.openxmlformats.org/drawingml/2006/main">
              <a:ext uri="{FF2B5EF4-FFF2-40B4-BE49-F238E27FC236}">
                <a16:creationId xmlns:a16="http://schemas.microsoft.com/office/drawing/2014/main" id="{D54C948E-958D-4810-8574-E07A6B402AD5}"/>
              </a:ext>
            </a:extLst>
          </p:cNvPr>
          <p:cNvSpPr>
            <a:spLocks xmlns:a="http://schemas.openxmlformats.org/drawingml/2006/main" noGrp="1"/>
          </p:cNvSpPr>
          <p:nvPr/>
        </p:nvSpPr>
        <p:spPr>
          <a:xfrm xmlns:a="http://schemas.openxmlformats.org/drawingml/2006/main">
            <a:off x="7524750" y="492823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Rice bowls</a:t>
            </a:r>
          </a:p>
        </p:txBody>
      </p:sp>
      <p:sp>
        <p:nvSpPr>
          <p:cNvPr id="79" name="Rectangle 78">
            <a:extLst xmlns:a="http://schemas.openxmlformats.org/drawingml/2006/main">
              <a:ext uri="{FF2B5EF4-FFF2-40B4-BE49-F238E27FC236}">
                <a16:creationId xmlns:a16="http://schemas.microsoft.com/office/drawing/2014/main" id="{2DE7781E-F5AB-493F-A2F0-CBBCBD8C4D9E}"/>
              </a:ext>
            </a:extLst>
          </p:cNvPr>
          <p:cNvSpPr>
            <a:spLocks xmlns:a="http://schemas.openxmlformats.org/drawingml/2006/main" noGrp="1"/>
          </p:cNvSpPr>
          <p:nvPr/>
        </p:nvSpPr>
        <p:spPr>
          <a:xfrm xmlns:a="http://schemas.openxmlformats.org/drawingml/2006/main">
            <a:off x="8886825" y="492823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0" name="Text">
            <a:extLst xmlns:a="http://schemas.openxmlformats.org/drawingml/2006/main">
              <a:ext uri="{FF2B5EF4-FFF2-40B4-BE49-F238E27FC236}">
                <a16:creationId xmlns:a16="http://schemas.microsoft.com/office/drawing/2014/main" id="{F132EEA0-6B5F-4C2F-A075-295C1EDBABCE}"/>
              </a:ext>
            </a:extLst>
          </p:cNvPr>
          <p:cNvSpPr>
            <a:spLocks xmlns:a="http://schemas.openxmlformats.org/drawingml/2006/main" noGrp="1"/>
          </p:cNvSpPr>
          <p:nvPr/>
        </p:nvSpPr>
        <p:spPr>
          <a:xfrm xmlns:a="http://schemas.openxmlformats.org/drawingml/2006/main">
            <a:off x="8905875" y="492823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Noodles</a:t>
            </a:r>
          </a:p>
        </p:txBody>
      </p:sp>
      <p:sp>
        <p:nvSpPr>
          <p:cNvPr id="81" name="Rectangle 80">
            <a:extLst xmlns:a="http://schemas.openxmlformats.org/drawingml/2006/main">
              <a:ext uri="{FF2B5EF4-FFF2-40B4-BE49-F238E27FC236}">
                <a16:creationId xmlns:a16="http://schemas.microsoft.com/office/drawing/2014/main" id="{10B90CD7-1A92-47CC-81B4-6F09DFD821D5}"/>
              </a:ext>
            </a:extLst>
          </p:cNvPr>
          <p:cNvSpPr>
            <a:spLocks xmlns:a="http://schemas.openxmlformats.org/drawingml/2006/main" noGrp="1"/>
          </p:cNvSpPr>
          <p:nvPr/>
        </p:nvSpPr>
        <p:spPr>
          <a:xfrm xmlns:a="http://schemas.openxmlformats.org/drawingml/2006/main">
            <a:off x="10267950" y="4928235"/>
            <a:ext cx="1323975" cy="45339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2" name="Text">
            <a:extLst xmlns:a="http://schemas.openxmlformats.org/drawingml/2006/main">
              <a:ext uri="{FF2B5EF4-FFF2-40B4-BE49-F238E27FC236}">
                <a16:creationId xmlns:a16="http://schemas.microsoft.com/office/drawing/2014/main" id="{AFD86A01-52D3-440E-8CF2-3703B14BC1A1}"/>
              </a:ext>
            </a:extLst>
          </p:cNvPr>
          <p:cNvSpPr>
            <a:spLocks xmlns:a="http://schemas.openxmlformats.org/drawingml/2006/main" noGrp="1"/>
          </p:cNvSpPr>
          <p:nvPr/>
        </p:nvSpPr>
        <p:spPr>
          <a:xfrm xmlns:a="http://schemas.openxmlformats.org/drawingml/2006/main">
            <a:off x="10287000" y="4928235"/>
            <a:ext cx="1285875" cy="45339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650" b="0">
                <a:solidFill>
                  <a:srgbClr val="111111"/>
                </a:solidFill>
                <a:latin typeface="Aptos"/>
                <a:ea typeface="Aptos"/>
                <a:cs typeface="Aptos"/>
              </a:defRPr>
            </a:pPr>
            <a:r>
              <a:rPr sz="1650" b="0">
                <a:solidFill>
                  <a:srgbClr val="111111"/>
                </a:solidFill>
                <a:latin typeface="Aptos"/>
                <a:ea typeface="Aptos"/>
                <a:cs typeface="Aptos"/>
              </a:rPr>
              <a:t>Rice bowls</a:t>
            </a:r>
          </a:p>
        </p:txBody>
      </p:sp>
      <p:sp>
        <p:nvSpPr>
          <p:cNvPr id="83" name="Text">
            <a:extLst xmlns:a="http://schemas.openxmlformats.org/drawingml/2006/main">
              <a:ext uri="{FF2B5EF4-FFF2-40B4-BE49-F238E27FC236}">
                <a16:creationId xmlns:a16="http://schemas.microsoft.com/office/drawing/2014/main" id="{A43B90D5-20F3-464A-8DE8-16CA83B49E37}"/>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Predict the most popular option. How could we check fairly?  •  Fictional teaching survey.</a:t>
            </a:r>
          </a:p>
        </p:txBody>
      </p:sp>
    </p:spTree>
    <p:extLst>
      <p:ext uri="{BB962C8B-B14F-4D97-AF65-F5344CB8AC3E}">
        <p14:creationId xmlns:p14="http://schemas.microsoft.com/office/powerpoint/2010/main" val="13207911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88" name="Slide title">
            <a:extLst xmlns:a="http://schemas.openxmlformats.org/drawingml/2006/main">
              <a:ext uri="{FF2B5EF4-FFF2-40B4-BE49-F238E27FC236}">
                <a16:creationId xmlns:a16="http://schemas.microsoft.com/office/drawing/2014/main" id="{F11CA039-DC45-4D6C-B1B9-E3D49D3A04F4}"/>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Organise the responses</a:t>
            </a:r>
          </a:p>
        </p:txBody>
      </p:sp>
      <p:sp>
        <p:nvSpPr>
          <p:cNvPr id="2" name="Text">
            <a:extLst xmlns:a="http://schemas.openxmlformats.org/drawingml/2006/main">
              <a:ext uri="{FF2B5EF4-FFF2-40B4-BE49-F238E27FC236}">
                <a16:creationId xmlns:a16="http://schemas.microsoft.com/office/drawing/2014/main" id="{3026C5B8-3E6F-456E-8201-1CDDA35E658B}"/>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Work with a partner. Tally each response once.</a:t>
            </a:r>
          </a:p>
        </p:txBody>
      </p:sp>
      <p:sp>
        <p:nvSpPr>
          <p:cNvPr id="3" name="Rectangle 2">
            <a:extLst xmlns:a="http://schemas.openxmlformats.org/drawingml/2006/main">
              <a:ext uri="{FF2B5EF4-FFF2-40B4-BE49-F238E27FC236}">
                <a16:creationId xmlns:a16="http://schemas.microsoft.com/office/drawing/2014/main" id="{8471BE0F-9B48-43AB-96B9-E2D43C63D422}"/>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Exercise reference">
            <a:extLst xmlns:a="http://schemas.openxmlformats.org/drawingml/2006/main">
              <a:ext uri="{FF2B5EF4-FFF2-40B4-BE49-F238E27FC236}">
                <a16:creationId xmlns:a16="http://schemas.microsoft.com/office/drawing/2014/main" id="{4EFDF5D9-CDCD-4D58-A2AD-EC65811519FA}"/>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A1a</a:t>
            </a:r>
          </a:p>
        </p:txBody>
      </p:sp>
      <p:sp>
        <p:nvSpPr>
          <p:cNvPr id="5" name="Rectangle 4">
            <a:extLst xmlns:a="http://schemas.openxmlformats.org/drawingml/2006/main">
              <a:ext uri="{FF2B5EF4-FFF2-40B4-BE49-F238E27FC236}">
                <a16:creationId xmlns:a16="http://schemas.microsoft.com/office/drawing/2014/main" id="{EE123DEC-D1E6-465A-9DE4-7AFEB2E19C80}"/>
              </a:ext>
            </a:extLst>
          </p:cNvPr>
          <p:cNvSpPr>
            <a:spLocks xmlns:a="http://schemas.openxmlformats.org/drawingml/2006/main" noGrp="1"/>
          </p:cNvSpPr>
          <p:nvPr/>
        </p:nvSpPr>
        <p:spPr>
          <a:xfrm xmlns:a="http://schemas.openxmlformats.org/drawingml/2006/main">
            <a:off x="600075" y="28860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126BD89D-961F-4F47-AFEB-47179E5D78C3}"/>
              </a:ext>
            </a:extLst>
          </p:cNvPr>
          <p:cNvSpPr>
            <a:spLocks xmlns:a="http://schemas.openxmlformats.org/drawingml/2006/main" noGrp="1"/>
          </p:cNvSpPr>
          <p:nvPr/>
        </p:nvSpPr>
        <p:spPr>
          <a:xfrm xmlns:a="http://schemas.openxmlformats.org/drawingml/2006/main">
            <a:off x="619125" y="28860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S</a:t>
            </a:r>
          </a:p>
        </p:txBody>
      </p:sp>
      <p:sp>
        <p:nvSpPr>
          <p:cNvPr id="7" name="Rectangle 6">
            <a:extLst xmlns:a="http://schemas.openxmlformats.org/drawingml/2006/main">
              <a:ext uri="{FF2B5EF4-FFF2-40B4-BE49-F238E27FC236}">
                <a16:creationId xmlns:a16="http://schemas.microsoft.com/office/drawing/2014/main" id="{230B1AAD-92D1-4E0C-8A89-BB9ACBF11301}"/>
              </a:ext>
            </a:extLst>
          </p:cNvPr>
          <p:cNvSpPr>
            <a:spLocks xmlns:a="http://schemas.openxmlformats.org/drawingml/2006/main" noGrp="1"/>
          </p:cNvSpPr>
          <p:nvPr/>
        </p:nvSpPr>
        <p:spPr>
          <a:xfrm xmlns:a="http://schemas.openxmlformats.org/drawingml/2006/main">
            <a:off x="1201341" y="28860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 name="Text">
            <a:extLst xmlns:a="http://schemas.openxmlformats.org/drawingml/2006/main">
              <a:ext uri="{FF2B5EF4-FFF2-40B4-BE49-F238E27FC236}">
                <a16:creationId xmlns:a16="http://schemas.microsoft.com/office/drawing/2014/main" id="{BD1C0970-FB11-4FA1-B50C-5AD0EEDF5F04}"/>
              </a:ext>
            </a:extLst>
          </p:cNvPr>
          <p:cNvSpPr>
            <a:spLocks xmlns:a="http://schemas.openxmlformats.org/drawingml/2006/main" noGrp="1"/>
          </p:cNvSpPr>
          <p:nvPr/>
        </p:nvSpPr>
        <p:spPr>
          <a:xfrm xmlns:a="http://schemas.openxmlformats.org/drawingml/2006/main">
            <a:off x="1220391" y="28860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S</a:t>
            </a:r>
          </a:p>
        </p:txBody>
      </p:sp>
      <p:sp>
        <p:nvSpPr>
          <p:cNvPr id="9" name="Rectangle 8">
            <a:extLst xmlns:a="http://schemas.openxmlformats.org/drawingml/2006/main">
              <a:ext uri="{FF2B5EF4-FFF2-40B4-BE49-F238E27FC236}">
                <a16:creationId xmlns:a16="http://schemas.microsoft.com/office/drawing/2014/main" id="{B429611B-4227-48F6-8AD4-377D937F8058}"/>
              </a:ext>
            </a:extLst>
          </p:cNvPr>
          <p:cNvSpPr>
            <a:spLocks xmlns:a="http://schemas.openxmlformats.org/drawingml/2006/main" noGrp="1"/>
          </p:cNvSpPr>
          <p:nvPr/>
        </p:nvSpPr>
        <p:spPr>
          <a:xfrm xmlns:a="http://schemas.openxmlformats.org/drawingml/2006/main">
            <a:off x="1802606" y="28860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72A97516-A053-4EBA-95F4-763AF7461734}"/>
              </a:ext>
            </a:extLst>
          </p:cNvPr>
          <p:cNvSpPr>
            <a:spLocks xmlns:a="http://schemas.openxmlformats.org/drawingml/2006/main" noGrp="1"/>
          </p:cNvSpPr>
          <p:nvPr/>
        </p:nvSpPr>
        <p:spPr>
          <a:xfrm xmlns:a="http://schemas.openxmlformats.org/drawingml/2006/main">
            <a:off x="1821656" y="28860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S</a:t>
            </a:r>
          </a:p>
        </p:txBody>
      </p:sp>
      <p:sp>
        <p:nvSpPr>
          <p:cNvPr id="11" name="Rectangle 10">
            <a:extLst xmlns:a="http://schemas.openxmlformats.org/drawingml/2006/main">
              <a:ext uri="{FF2B5EF4-FFF2-40B4-BE49-F238E27FC236}">
                <a16:creationId xmlns:a16="http://schemas.microsoft.com/office/drawing/2014/main" id="{4EFEED33-FF80-42BB-937C-86DEEEA9652A}"/>
              </a:ext>
            </a:extLst>
          </p:cNvPr>
          <p:cNvSpPr>
            <a:spLocks xmlns:a="http://schemas.openxmlformats.org/drawingml/2006/main" noGrp="1"/>
          </p:cNvSpPr>
          <p:nvPr/>
        </p:nvSpPr>
        <p:spPr>
          <a:xfrm xmlns:a="http://schemas.openxmlformats.org/drawingml/2006/main">
            <a:off x="2403872" y="28860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D4BD4AA9-320F-4796-A11A-654B0D0127D3}"/>
              </a:ext>
            </a:extLst>
          </p:cNvPr>
          <p:cNvSpPr>
            <a:spLocks xmlns:a="http://schemas.openxmlformats.org/drawingml/2006/main" noGrp="1"/>
          </p:cNvSpPr>
          <p:nvPr/>
        </p:nvSpPr>
        <p:spPr>
          <a:xfrm xmlns:a="http://schemas.openxmlformats.org/drawingml/2006/main">
            <a:off x="2422922" y="28860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D</a:t>
            </a:r>
          </a:p>
        </p:txBody>
      </p:sp>
      <p:sp>
        <p:nvSpPr>
          <p:cNvPr id="13" name="Rectangle 12">
            <a:extLst xmlns:a="http://schemas.openxmlformats.org/drawingml/2006/main">
              <a:ext uri="{FF2B5EF4-FFF2-40B4-BE49-F238E27FC236}">
                <a16:creationId xmlns:a16="http://schemas.microsoft.com/office/drawing/2014/main" id="{618154CC-89BC-4C96-A6EA-61270DCDBADB}"/>
              </a:ext>
            </a:extLst>
          </p:cNvPr>
          <p:cNvSpPr>
            <a:spLocks xmlns:a="http://schemas.openxmlformats.org/drawingml/2006/main" noGrp="1"/>
          </p:cNvSpPr>
          <p:nvPr/>
        </p:nvSpPr>
        <p:spPr>
          <a:xfrm xmlns:a="http://schemas.openxmlformats.org/drawingml/2006/main">
            <a:off x="3005138" y="28860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9D06D08A-C28D-4AEC-BC3F-9B150804972C}"/>
              </a:ext>
            </a:extLst>
          </p:cNvPr>
          <p:cNvSpPr>
            <a:spLocks xmlns:a="http://schemas.openxmlformats.org/drawingml/2006/main" noGrp="1"/>
          </p:cNvSpPr>
          <p:nvPr/>
        </p:nvSpPr>
        <p:spPr>
          <a:xfrm xmlns:a="http://schemas.openxmlformats.org/drawingml/2006/main">
            <a:off x="3024188" y="28860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D</a:t>
            </a:r>
          </a:p>
        </p:txBody>
      </p:sp>
      <p:sp>
        <p:nvSpPr>
          <p:cNvPr id="15" name="Rectangle 14">
            <a:extLst xmlns:a="http://schemas.openxmlformats.org/drawingml/2006/main">
              <a:ext uri="{FF2B5EF4-FFF2-40B4-BE49-F238E27FC236}">
                <a16:creationId xmlns:a16="http://schemas.microsoft.com/office/drawing/2014/main" id="{4E6D447A-800D-4897-A653-AE28F900DD55}"/>
              </a:ext>
            </a:extLst>
          </p:cNvPr>
          <p:cNvSpPr>
            <a:spLocks xmlns:a="http://schemas.openxmlformats.org/drawingml/2006/main" noGrp="1"/>
          </p:cNvSpPr>
          <p:nvPr/>
        </p:nvSpPr>
        <p:spPr>
          <a:xfrm xmlns:a="http://schemas.openxmlformats.org/drawingml/2006/main">
            <a:off x="3606403" y="28860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6" name="Text">
            <a:extLst xmlns:a="http://schemas.openxmlformats.org/drawingml/2006/main">
              <a:ext uri="{FF2B5EF4-FFF2-40B4-BE49-F238E27FC236}">
                <a16:creationId xmlns:a16="http://schemas.microsoft.com/office/drawing/2014/main" id="{1EDBBF97-60EF-482B-8160-FD922877C716}"/>
              </a:ext>
            </a:extLst>
          </p:cNvPr>
          <p:cNvSpPr>
            <a:spLocks xmlns:a="http://schemas.openxmlformats.org/drawingml/2006/main" noGrp="1"/>
          </p:cNvSpPr>
          <p:nvPr/>
        </p:nvSpPr>
        <p:spPr>
          <a:xfrm xmlns:a="http://schemas.openxmlformats.org/drawingml/2006/main">
            <a:off x="3625453" y="28860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R</a:t>
            </a:r>
          </a:p>
        </p:txBody>
      </p:sp>
      <p:sp>
        <p:nvSpPr>
          <p:cNvPr id="17" name="Rectangle 16">
            <a:extLst xmlns:a="http://schemas.openxmlformats.org/drawingml/2006/main">
              <a:ext uri="{FF2B5EF4-FFF2-40B4-BE49-F238E27FC236}">
                <a16:creationId xmlns:a16="http://schemas.microsoft.com/office/drawing/2014/main" id="{41A6993A-7A57-41DD-AA2C-6044BA84EECE}"/>
              </a:ext>
            </a:extLst>
          </p:cNvPr>
          <p:cNvSpPr>
            <a:spLocks xmlns:a="http://schemas.openxmlformats.org/drawingml/2006/main" noGrp="1"/>
          </p:cNvSpPr>
          <p:nvPr/>
        </p:nvSpPr>
        <p:spPr>
          <a:xfrm xmlns:a="http://schemas.openxmlformats.org/drawingml/2006/main">
            <a:off x="4207669" y="28860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B8BEEBE1-AE01-466B-8176-7623496E5573}"/>
              </a:ext>
            </a:extLst>
          </p:cNvPr>
          <p:cNvSpPr>
            <a:spLocks xmlns:a="http://schemas.openxmlformats.org/drawingml/2006/main" noGrp="1"/>
          </p:cNvSpPr>
          <p:nvPr/>
        </p:nvSpPr>
        <p:spPr>
          <a:xfrm xmlns:a="http://schemas.openxmlformats.org/drawingml/2006/main">
            <a:off x="4226719" y="28860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19" name="Rectangle 18">
            <a:extLst xmlns:a="http://schemas.openxmlformats.org/drawingml/2006/main">
              <a:ext uri="{FF2B5EF4-FFF2-40B4-BE49-F238E27FC236}">
                <a16:creationId xmlns:a16="http://schemas.microsoft.com/office/drawing/2014/main" id="{C96175B1-4502-46FF-AA0B-63EDA8330D6C}"/>
              </a:ext>
            </a:extLst>
          </p:cNvPr>
          <p:cNvSpPr>
            <a:spLocks xmlns:a="http://schemas.openxmlformats.org/drawingml/2006/main" noGrp="1"/>
          </p:cNvSpPr>
          <p:nvPr/>
        </p:nvSpPr>
        <p:spPr>
          <a:xfrm xmlns:a="http://schemas.openxmlformats.org/drawingml/2006/main">
            <a:off x="4808934" y="28860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0" name="Text">
            <a:extLst xmlns:a="http://schemas.openxmlformats.org/drawingml/2006/main">
              <a:ext uri="{FF2B5EF4-FFF2-40B4-BE49-F238E27FC236}">
                <a16:creationId xmlns:a16="http://schemas.microsoft.com/office/drawing/2014/main" id="{B939D515-923C-4E18-9F6B-70F49309A1F1}"/>
              </a:ext>
            </a:extLst>
          </p:cNvPr>
          <p:cNvSpPr>
            <a:spLocks xmlns:a="http://schemas.openxmlformats.org/drawingml/2006/main" noGrp="1"/>
          </p:cNvSpPr>
          <p:nvPr/>
        </p:nvSpPr>
        <p:spPr>
          <a:xfrm xmlns:a="http://schemas.openxmlformats.org/drawingml/2006/main">
            <a:off x="4827984" y="28860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S</a:t>
            </a:r>
          </a:p>
        </p:txBody>
      </p:sp>
      <p:sp>
        <p:nvSpPr>
          <p:cNvPr id="21" name="Rectangle 20">
            <a:extLst xmlns:a="http://schemas.openxmlformats.org/drawingml/2006/main">
              <a:ext uri="{FF2B5EF4-FFF2-40B4-BE49-F238E27FC236}">
                <a16:creationId xmlns:a16="http://schemas.microsoft.com/office/drawing/2014/main" id="{B5BC4095-8633-4C59-9E96-29FFB27FA91D}"/>
              </a:ext>
            </a:extLst>
          </p:cNvPr>
          <p:cNvSpPr>
            <a:spLocks xmlns:a="http://schemas.openxmlformats.org/drawingml/2006/main" noGrp="1"/>
          </p:cNvSpPr>
          <p:nvPr/>
        </p:nvSpPr>
        <p:spPr>
          <a:xfrm xmlns:a="http://schemas.openxmlformats.org/drawingml/2006/main">
            <a:off x="600075" y="33242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2" name="Text">
            <a:extLst xmlns:a="http://schemas.openxmlformats.org/drawingml/2006/main">
              <a:ext uri="{FF2B5EF4-FFF2-40B4-BE49-F238E27FC236}">
                <a16:creationId xmlns:a16="http://schemas.microsoft.com/office/drawing/2014/main" id="{CFBF833C-FF12-4ED8-A9FE-1AEE8F8F1D35}"/>
              </a:ext>
            </a:extLst>
          </p:cNvPr>
          <p:cNvSpPr>
            <a:spLocks xmlns:a="http://schemas.openxmlformats.org/drawingml/2006/main" noGrp="1"/>
          </p:cNvSpPr>
          <p:nvPr/>
        </p:nvSpPr>
        <p:spPr>
          <a:xfrm xmlns:a="http://schemas.openxmlformats.org/drawingml/2006/main">
            <a:off x="619125" y="33242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D</a:t>
            </a:r>
          </a:p>
        </p:txBody>
      </p:sp>
      <p:sp>
        <p:nvSpPr>
          <p:cNvPr id="23" name="Rectangle 22">
            <a:extLst xmlns:a="http://schemas.openxmlformats.org/drawingml/2006/main">
              <a:ext uri="{FF2B5EF4-FFF2-40B4-BE49-F238E27FC236}">
                <a16:creationId xmlns:a16="http://schemas.microsoft.com/office/drawing/2014/main" id="{B14A14C4-04AF-4D74-8698-98B95D5B4DEC}"/>
              </a:ext>
            </a:extLst>
          </p:cNvPr>
          <p:cNvSpPr>
            <a:spLocks xmlns:a="http://schemas.openxmlformats.org/drawingml/2006/main" noGrp="1"/>
          </p:cNvSpPr>
          <p:nvPr/>
        </p:nvSpPr>
        <p:spPr>
          <a:xfrm xmlns:a="http://schemas.openxmlformats.org/drawingml/2006/main">
            <a:off x="1201341" y="33242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4" name="Text">
            <a:extLst xmlns:a="http://schemas.openxmlformats.org/drawingml/2006/main">
              <a:ext uri="{FF2B5EF4-FFF2-40B4-BE49-F238E27FC236}">
                <a16:creationId xmlns:a16="http://schemas.microsoft.com/office/drawing/2014/main" id="{2D71EF05-B05D-4E6C-B0AE-9DBFFE76983D}"/>
              </a:ext>
            </a:extLst>
          </p:cNvPr>
          <p:cNvSpPr>
            <a:spLocks xmlns:a="http://schemas.openxmlformats.org/drawingml/2006/main" noGrp="1"/>
          </p:cNvSpPr>
          <p:nvPr/>
        </p:nvSpPr>
        <p:spPr>
          <a:xfrm xmlns:a="http://schemas.openxmlformats.org/drawingml/2006/main">
            <a:off x="1220391" y="33242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D</a:t>
            </a:r>
          </a:p>
        </p:txBody>
      </p:sp>
      <p:sp>
        <p:nvSpPr>
          <p:cNvPr id="25" name="Rectangle 24">
            <a:extLst xmlns:a="http://schemas.openxmlformats.org/drawingml/2006/main">
              <a:ext uri="{FF2B5EF4-FFF2-40B4-BE49-F238E27FC236}">
                <a16:creationId xmlns:a16="http://schemas.microsoft.com/office/drawing/2014/main" id="{65C95984-D42D-4810-A351-FF176658B1D7}"/>
              </a:ext>
            </a:extLst>
          </p:cNvPr>
          <p:cNvSpPr>
            <a:spLocks xmlns:a="http://schemas.openxmlformats.org/drawingml/2006/main" noGrp="1"/>
          </p:cNvSpPr>
          <p:nvPr/>
        </p:nvSpPr>
        <p:spPr>
          <a:xfrm xmlns:a="http://schemas.openxmlformats.org/drawingml/2006/main">
            <a:off x="1802606" y="33242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6" name="Text">
            <a:extLst xmlns:a="http://schemas.openxmlformats.org/drawingml/2006/main">
              <a:ext uri="{FF2B5EF4-FFF2-40B4-BE49-F238E27FC236}">
                <a16:creationId xmlns:a16="http://schemas.microsoft.com/office/drawing/2014/main" id="{A82D882D-EEBF-4E4F-BAE2-00447F086CD0}"/>
              </a:ext>
            </a:extLst>
          </p:cNvPr>
          <p:cNvSpPr>
            <a:spLocks xmlns:a="http://schemas.openxmlformats.org/drawingml/2006/main" noGrp="1"/>
          </p:cNvSpPr>
          <p:nvPr/>
        </p:nvSpPr>
        <p:spPr>
          <a:xfrm xmlns:a="http://schemas.openxmlformats.org/drawingml/2006/main">
            <a:off x="1821656" y="33242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S</a:t>
            </a:r>
          </a:p>
        </p:txBody>
      </p:sp>
      <p:sp>
        <p:nvSpPr>
          <p:cNvPr id="27" name="Rectangle 26">
            <a:extLst xmlns:a="http://schemas.openxmlformats.org/drawingml/2006/main">
              <a:ext uri="{FF2B5EF4-FFF2-40B4-BE49-F238E27FC236}">
                <a16:creationId xmlns:a16="http://schemas.microsoft.com/office/drawing/2014/main" id="{094E90D9-BB94-4AC4-8CAE-7959B8D2866B}"/>
              </a:ext>
            </a:extLst>
          </p:cNvPr>
          <p:cNvSpPr>
            <a:spLocks xmlns:a="http://schemas.openxmlformats.org/drawingml/2006/main" noGrp="1"/>
          </p:cNvSpPr>
          <p:nvPr/>
        </p:nvSpPr>
        <p:spPr>
          <a:xfrm xmlns:a="http://schemas.openxmlformats.org/drawingml/2006/main">
            <a:off x="2403872" y="33242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8" name="Text">
            <a:extLst xmlns:a="http://schemas.openxmlformats.org/drawingml/2006/main">
              <a:ext uri="{FF2B5EF4-FFF2-40B4-BE49-F238E27FC236}">
                <a16:creationId xmlns:a16="http://schemas.microsoft.com/office/drawing/2014/main" id="{EBBF4CB5-CEA1-43BA-924C-451D0E34597D}"/>
              </a:ext>
            </a:extLst>
          </p:cNvPr>
          <p:cNvSpPr>
            <a:spLocks xmlns:a="http://schemas.openxmlformats.org/drawingml/2006/main" noGrp="1"/>
          </p:cNvSpPr>
          <p:nvPr/>
        </p:nvSpPr>
        <p:spPr>
          <a:xfrm xmlns:a="http://schemas.openxmlformats.org/drawingml/2006/main">
            <a:off x="2422922" y="33242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29" name="Rectangle 28">
            <a:extLst xmlns:a="http://schemas.openxmlformats.org/drawingml/2006/main">
              <a:ext uri="{FF2B5EF4-FFF2-40B4-BE49-F238E27FC236}">
                <a16:creationId xmlns:a16="http://schemas.microsoft.com/office/drawing/2014/main" id="{B0E36C2A-0397-49DB-B23B-D857AD6B5E52}"/>
              </a:ext>
            </a:extLst>
          </p:cNvPr>
          <p:cNvSpPr>
            <a:spLocks xmlns:a="http://schemas.openxmlformats.org/drawingml/2006/main" noGrp="1"/>
          </p:cNvSpPr>
          <p:nvPr/>
        </p:nvSpPr>
        <p:spPr>
          <a:xfrm xmlns:a="http://schemas.openxmlformats.org/drawingml/2006/main">
            <a:off x="3005138" y="33242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0" name="Text">
            <a:extLst xmlns:a="http://schemas.openxmlformats.org/drawingml/2006/main">
              <a:ext uri="{FF2B5EF4-FFF2-40B4-BE49-F238E27FC236}">
                <a16:creationId xmlns:a16="http://schemas.microsoft.com/office/drawing/2014/main" id="{44ABB33F-60EA-4B07-861D-4FA16A0801C8}"/>
              </a:ext>
            </a:extLst>
          </p:cNvPr>
          <p:cNvSpPr>
            <a:spLocks xmlns:a="http://schemas.openxmlformats.org/drawingml/2006/main" noGrp="1"/>
          </p:cNvSpPr>
          <p:nvPr/>
        </p:nvSpPr>
        <p:spPr>
          <a:xfrm xmlns:a="http://schemas.openxmlformats.org/drawingml/2006/main">
            <a:off x="3024188" y="33242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31" name="Rectangle 30">
            <a:extLst xmlns:a="http://schemas.openxmlformats.org/drawingml/2006/main">
              <a:ext uri="{FF2B5EF4-FFF2-40B4-BE49-F238E27FC236}">
                <a16:creationId xmlns:a16="http://schemas.microsoft.com/office/drawing/2014/main" id="{1E0B5CE0-78C3-4327-B23D-CB3957444195}"/>
              </a:ext>
            </a:extLst>
          </p:cNvPr>
          <p:cNvSpPr>
            <a:spLocks xmlns:a="http://schemas.openxmlformats.org/drawingml/2006/main" noGrp="1"/>
          </p:cNvSpPr>
          <p:nvPr/>
        </p:nvSpPr>
        <p:spPr>
          <a:xfrm xmlns:a="http://schemas.openxmlformats.org/drawingml/2006/main">
            <a:off x="3606403" y="33242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2" name="Text">
            <a:extLst xmlns:a="http://schemas.openxmlformats.org/drawingml/2006/main">
              <a:ext uri="{FF2B5EF4-FFF2-40B4-BE49-F238E27FC236}">
                <a16:creationId xmlns:a16="http://schemas.microsoft.com/office/drawing/2014/main" id="{741B774F-77A5-455A-B65F-A0595E860F1C}"/>
              </a:ext>
            </a:extLst>
          </p:cNvPr>
          <p:cNvSpPr>
            <a:spLocks xmlns:a="http://schemas.openxmlformats.org/drawingml/2006/main" noGrp="1"/>
          </p:cNvSpPr>
          <p:nvPr/>
        </p:nvSpPr>
        <p:spPr>
          <a:xfrm xmlns:a="http://schemas.openxmlformats.org/drawingml/2006/main">
            <a:off x="3625453" y="33242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R</a:t>
            </a:r>
          </a:p>
        </p:txBody>
      </p:sp>
      <p:sp>
        <p:nvSpPr>
          <p:cNvPr id="33" name="Rectangle 32">
            <a:extLst xmlns:a="http://schemas.openxmlformats.org/drawingml/2006/main">
              <a:ext uri="{FF2B5EF4-FFF2-40B4-BE49-F238E27FC236}">
                <a16:creationId xmlns:a16="http://schemas.microsoft.com/office/drawing/2014/main" id="{2A4CD7B9-338F-433D-BE90-C81AD578D420}"/>
              </a:ext>
            </a:extLst>
          </p:cNvPr>
          <p:cNvSpPr>
            <a:spLocks xmlns:a="http://schemas.openxmlformats.org/drawingml/2006/main" noGrp="1"/>
          </p:cNvSpPr>
          <p:nvPr/>
        </p:nvSpPr>
        <p:spPr>
          <a:xfrm xmlns:a="http://schemas.openxmlformats.org/drawingml/2006/main">
            <a:off x="4207669" y="33242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4" name="Text">
            <a:extLst xmlns:a="http://schemas.openxmlformats.org/drawingml/2006/main">
              <a:ext uri="{FF2B5EF4-FFF2-40B4-BE49-F238E27FC236}">
                <a16:creationId xmlns:a16="http://schemas.microsoft.com/office/drawing/2014/main" id="{B3515D93-FB33-402D-95E5-A54903660F1A}"/>
              </a:ext>
            </a:extLst>
          </p:cNvPr>
          <p:cNvSpPr>
            <a:spLocks xmlns:a="http://schemas.openxmlformats.org/drawingml/2006/main" noGrp="1"/>
          </p:cNvSpPr>
          <p:nvPr/>
        </p:nvSpPr>
        <p:spPr>
          <a:xfrm xmlns:a="http://schemas.openxmlformats.org/drawingml/2006/main">
            <a:off x="4226719" y="33242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35" name="Rectangle 34">
            <a:extLst xmlns:a="http://schemas.openxmlformats.org/drawingml/2006/main">
              <a:ext uri="{FF2B5EF4-FFF2-40B4-BE49-F238E27FC236}">
                <a16:creationId xmlns:a16="http://schemas.microsoft.com/office/drawing/2014/main" id="{3E936239-95D7-49B1-9CE2-4DEB6F12B94C}"/>
              </a:ext>
            </a:extLst>
          </p:cNvPr>
          <p:cNvSpPr>
            <a:spLocks xmlns:a="http://schemas.openxmlformats.org/drawingml/2006/main" noGrp="1"/>
          </p:cNvSpPr>
          <p:nvPr/>
        </p:nvSpPr>
        <p:spPr>
          <a:xfrm xmlns:a="http://schemas.openxmlformats.org/drawingml/2006/main">
            <a:off x="4808934" y="33242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6" name="Text">
            <a:extLst xmlns:a="http://schemas.openxmlformats.org/drawingml/2006/main">
              <a:ext uri="{FF2B5EF4-FFF2-40B4-BE49-F238E27FC236}">
                <a16:creationId xmlns:a16="http://schemas.microsoft.com/office/drawing/2014/main" id="{7CCC16A2-28BE-4BD1-B69A-EC4FA68F35C7}"/>
              </a:ext>
            </a:extLst>
          </p:cNvPr>
          <p:cNvSpPr>
            <a:spLocks xmlns:a="http://schemas.openxmlformats.org/drawingml/2006/main" noGrp="1"/>
          </p:cNvSpPr>
          <p:nvPr/>
        </p:nvSpPr>
        <p:spPr>
          <a:xfrm xmlns:a="http://schemas.openxmlformats.org/drawingml/2006/main">
            <a:off x="4827984" y="33242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R</a:t>
            </a:r>
          </a:p>
        </p:txBody>
      </p:sp>
      <p:sp>
        <p:nvSpPr>
          <p:cNvPr id="37" name="Rectangle 36">
            <a:extLst xmlns:a="http://schemas.openxmlformats.org/drawingml/2006/main">
              <a:ext uri="{FF2B5EF4-FFF2-40B4-BE49-F238E27FC236}">
                <a16:creationId xmlns:a16="http://schemas.microsoft.com/office/drawing/2014/main" id="{ACCFC3E5-3862-4F43-A4D6-A867D04465AA}"/>
              </a:ext>
            </a:extLst>
          </p:cNvPr>
          <p:cNvSpPr>
            <a:spLocks xmlns:a="http://schemas.openxmlformats.org/drawingml/2006/main" noGrp="1"/>
          </p:cNvSpPr>
          <p:nvPr/>
        </p:nvSpPr>
        <p:spPr>
          <a:xfrm xmlns:a="http://schemas.openxmlformats.org/drawingml/2006/main">
            <a:off x="600075" y="37623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8" name="Text">
            <a:extLst xmlns:a="http://schemas.openxmlformats.org/drawingml/2006/main">
              <a:ext uri="{FF2B5EF4-FFF2-40B4-BE49-F238E27FC236}">
                <a16:creationId xmlns:a16="http://schemas.microsoft.com/office/drawing/2014/main" id="{3EAD1DF4-50E2-4A33-94FD-AE591AAFAECA}"/>
              </a:ext>
            </a:extLst>
          </p:cNvPr>
          <p:cNvSpPr>
            <a:spLocks xmlns:a="http://schemas.openxmlformats.org/drawingml/2006/main" noGrp="1"/>
          </p:cNvSpPr>
          <p:nvPr/>
        </p:nvSpPr>
        <p:spPr>
          <a:xfrm xmlns:a="http://schemas.openxmlformats.org/drawingml/2006/main">
            <a:off x="619125" y="37623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D</a:t>
            </a:r>
          </a:p>
        </p:txBody>
      </p:sp>
      <p:sp>
        <p:nvSpPr>
          <p:cNvPr id="39" name="Rectangle 38">
            <a:extLst xmlns:a="http://schemas.openxmlformats.org/drawingml/2006/main">
              <a:ext uri="{FF2B5EF4-FFF2-40B4-BE49-F238E27FC236}">
                <a16:creationId xmlns:a16="http://schemas.microsoft.com/office/drawing/2014/main" id="{6B2C7857-09B3-46D5-A4A7-6D7E44067EBC}"/>
              </a:ext>
            </a:extLst>
          </p:cNvPr>
          <p:cNvSpPr>
            <a:spLocks xmlns:a="http://schemas.openxmlformats.org/drawingml/2006/main" noGrp="1"/>
          </p:cNvSpPr>
          <p:nvPr/>
        </p:nvSpPr>
        <p:spPr>
          <a:xfrm xmlns:a="http://schemas.openxmlformats.org/drawingml/2006/main">
            <a:off x="1201341" y="37623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0" name="Text">
            <a:extLst xmlns:a="http://schemas.openxmlformats.org/drawingml/2006/main">
              <a:ext uri="{FF2B5EF4-FFF2-40B4-BE49-F238E27FC236}">
                <a16:creationId xmlns:a16="http://schemas.microsoft.com/office/drawing/2014/main" id="{8F22BF64-31CB-4696-BB22-F3B8C5AAE59A}"/>
              </a:ext>
            </a:extLst>
          </p:cNvPr>
          <p:cNvSpPr>
            <a:spLocks xmlns:a="http://schemas.openxmlformats.org/drawingml/2006/main" noGrp="1"/>
          </p:cNvSpPr>
          <p:nvPr/>
        </p:nvSpPr>
        <p:spPr>
          <a:xfrm xmlns:a="http://schemas.openxmlformats.org/drawingml/2006/main">
            <a:off x="1220391" y="37623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D</a:t>
            </a:r>
          </a:p>
        </p:txBody>
      </p:sp>
      <p:sp>
        <p:nvSpPr>
          <p:cNvPr id="41" name="Rectangle 40">
            <a:extLst xmlns:a="http://schemas.openxmlformats.org/drawingml/2006/main">
              <a:ext uri="{FF2B5EF4-FFF2-40B4-BE49-F238E27FC236}">
                <a16:creationId xmlns:a16="http://schemas.microsoft.com/office/drawing/2014/main" id="{93B7CB5A-7956-4965-B122-45A40203A86A}"/>
              </a:ext>
            </a:extLst>
          </p:cNvPr>
          <p:cNvSpPr>
            <a:spLocks xmlns:a="http://schemas.openxmlformats.org/drawingml/2006/main" noGrp="1"/>
          </p:cNvSpPr>
          <p:nvPr/>
        </p:nvSpPr>
        <p:spPr>
          <a:xfrm xmlns:a="http://schemas.openxmlformats.org/drawingml/2006/main">
            <a:off x="1802606" y="37623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2" name="Text">
            <a:extLst xmlns:a="http://schemas.openxmlformats.org/drawingml/2006/main">
              <a:ext uri="{FF2B5EF4-FFF2-40B4-BE49-F238E27FC236}">
                <a16:creationId xmlns:a16="http://schemas.microsoft.com/office/drawing/2014/main" id="{D88F5BB5-5438-420E-807D-65A634C10F14}"/>
              </a:ext>
            </a:extLst>
          </p:cNvPr>
          <p:cNvSpPr>
            <a:spLocks xmlns:a="http://schemas.openxmlformats.org/drawingml/2006/main" noGrp="1"/>
          </p:cNvSpPr>
          <p:nvPr/>
        </p:nvSpPr>
        <p:spPr>
          <a:xfrm xmlns:a="http://schemas.openxmlformats.org/drawingml/2006/main">
            <a:off x="1821656" y="37623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43" name="Rectangle 42">
            <a:extLst xmlns:a="http://schemas.openxmlformats.org/drawingml/2006/main">
              <a:ext uri="{FF2B5EF4-FFF2-40B4-BE49-F238E27FC236}">
                <a16:creationId xmlns:a16="http://schemas.microsoft.com/office/drawing/2014/main" id="{8E9853F0-CBF4-492D-81A2-1CC778E25C79}"/>
              </a:ext>
            </a:extLst>
          </p:cNvPr>
          <p:cNvSpPr>
            <a:spLocks xmlns:a="http://schemas.openxmlformats.org/drawingml/2006/main" noGrp="1"/>
          </p:cNvSpPr>
          <p:nvPr/>
        </p:nvSpPr>
        <p:spPr>
          <a:xfrm xmlns:a="http://schemas.openxmlformats.org/drawingml/2006/main">
            <a:off x="2403872" y="37623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4" name="Text">
            <a:extLst xmlns:a="http://schemas.openxmlformats.org/drawingml/2006/main">
              <a:ext uri="{FF2B5EF4-FFF2-40B4-BE49-F238E27FC236}">
                <a16:creationId xmlns:a16="http://schemas.microsoft.com/office/drawing/2014/main" id="{7BB54118-EC8E-49A7-924C-9BC26AEF8961}"/>
              </a:ext>
            </a:extLst>
          </p:cNvPr>
          <p:cNvSpPr>
            <a:spLocks xmlns:a="http://schemas.openxmlformats.org/drawingml/2006/main" noGrp="1"/>
          </p:cNvSpPr>
          <p:nvPr/>
        </p:nvSpPr>
        <p:spPr>
          <a:xfrm xmlns:a="http://schemas.openxmlformats.org/drawingml/2006/main">
            <a:off x="2422922" y="37623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D</a:t>
            </a:r>
          </a:p>
        </p:txBody>
      </p:sp>
      <p:sp>
        <p:nvSpPr>
          <p:cNvPr id="45" name="Rectangle 44">
            <a:extLst xmlns:a="http://schemas.openxmlformats.org/drawingml/2006/main">
              <a:ext uri="{FF2B5EF4-FFF2-40B4-BE49-F238E27FC236}">
                <a16:creationId xmlns:a16="http://schemas.microsoft.com/office/drawing/2014/main" id="{C1313FA8-967D-4F54-824B-312DBBA37D37}"/>
              </a:ext>
            </a:extLst>
          </p:cNvPr>
          <p:cNvSpPr>
            <a:spLocks xmlns:a="http://schemas.openxmlformats.org/drawingml/2006/main" noGrp="1"/>
          </p:cNvSpPr>
          <p:nvPr/>
        </p:nvSpPr>
        <p:spPr>
          <a:xfrm xmlns:a="http://schemas.openxmlformats.org/drawingml/2006/main">
            <a:off x="3005138" y="37623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6" name="Text">
            <a:extLst xmlns:a="http://schemas.openxmlformats.org/drawingml/2006/main">
              <a:ext uri="{FF2B5EF4-FFF2-40B4-BE49-F238E27FC236}">
                <a16:creationId xmlns:a16="http://schemas.microsoft.com/office/drawing/2014/main" id="{C332E7B3-4216-4367-8B26-04EC7013C309}"/>
              </a:ext>
            </a:extLst>
          </p:cNvPr>
          <p:cNvSpPr>
            <a:spLocks xmlns:a="http://schemas.openxmlformats.org/drawingml/2006/main" noGrp="1"/>
          </p:cNvSpPr>
          <p:nvPr/>
        </p:nvSpPr>
        <p:spPr>
          <a:xfrm xmlns:a="http://schemas.openxmlformats.org/drawingml/2006/main">
            <a:off x="3024188" y="37623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47" name="Rectangle 46">
            <a:extLst xmlns:a="http://schemas.openxmlformats.org/drawingml/2006/main">
              <a:ext uri="{FF2B5EF4-FFF2-40B4-BE49-F238E27FC236}">
                <a16:creationId xmlns:a16="http://schemas.microsoft.com/office/drawing/2014/main" id="{91C3E2C9-75A9-4147-B051-5AC5857F2924}"/>
              </a:ext>
            </a:extLst>
          </p:cNvPr>
          <p:cNvSpPr>
            <a:spLocks xmlns:a="http://schemas.openxmlformats.org/drawingml/2006/main" noGrp="1"/>
          </p:cNvSpPr>
          <p:nvPr/>
        </p:nvSpPr>
        <p:spPr>
          <a:xfrm xmlns:a="http://schemas.openxmlformats.org/drawingml/2006/main">
            <a:off x="3606403" y="37623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8" name="Text">
            <a:extLst xmlns:a="http://schemas.openxmlformats.org/drawingml/2006/main">
              <a:ext uri="{FF2B5EF4-FFF2-40B4-BE49-F238E27FC236}">
                <a16:creationId xmlns:a16="http://schemas.microsoft.com/office/drawing/2014/main" id="{D5B930AF-E8DC-4EAE-9EC5-4C04FA75E116}"/>
              </a:ext>
            </a:extLst>
          </p:cNvPr>
          <p:cNvSpPr>
            <a:spLocks xmlns:a="http://schemas.openxmlformats.org/drawingml/2006/main" noGrp="1"/>
          </p:cNvSpPr>
          <p:nvPr/>
        </p:nvSpPr>
        <p:spPr>
          <a:xfrm xmlns:a="http://schemas.openxmlformats.org/drawingml/2006/main">
            <a:off x="3625453" y="37623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R</a:t>
            </a:r>
          </a:p>
        </p:txBody>
      </p:sp>
      <p:sp>
        <p:nvSpPr>
          <p:cNvPr id="49" name="Rectangle 48">
            <a:extLst xmlns:a="http://schemas.openxmlformats.org/drawingml/2006/main">
              <a:ext uri="{FF2B5EF4-FFF2-40B4-BE49-F238E27FC236}">
                <a16:creationId xmlns:a16="http://schemas.microsoft.com/office/drawing/2014/main" id="{88885A7B-AF8F-404C-9E60-48FD9589E75C}"/>
              </a:ext>
            </a:extLst>
          </p:cNvPr>
          <p:cNvSpPr>
            <a:spLocks xmlns:a="http://schemas.openxmlformats.org/drawingml/2006/main" noGrp="1"/>
          </p:cNvSpPr>
          <p:nvPr/>
        </p:nvSpPr>
        <p:spPr>
          <a:xfrm xmlns:a="http://schemas.openxmlformats.org/drawingml/2006/main">
            <a:off x="4207669" y="37623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0" name="Text">
            <a:extLst xmlns:a="http://schemas.openxmlformats.org/drawingml/2006/main">
              <a:ext uri="{FF2B5EF4-FFF2-40B4-BE49-F238E27FC236}">
                <a16:creationId xmlns:a16="http://schemas.microsoft.com/office/drawing/2014/main" id="{5540ACCC-52E0-48B7-8CE5-80767B1D50EF}"/>
              </a:ext>
            </a:extLst>
          </p:cNvPr>
          <p:cNvSpPr>
            <a:spLocks xmlns:a="http://schemas.openxmlformats.org/drawingml/2006/main" noGrp="1"/>
          </p:cNvSpPr>
          <p:nvPr/>
        </p:nvSpPr>
        <p:spPr>
          <a:xfrm xmlns:a="http://schemas.openxmlformats.org/drawingml/2006/main">
            <a:off x="4226719" y="37623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D</a:t>
            </a:r>
          </a:p>
        </p:txBody>
      </p:sp>
      <p:sp>
        <p:nvSpPr>
          <p:cNvPr id="51" name="Rectangle 50">
            <a:extLst xmlns:a="http://schemas.openxmlformats.org/drawingml/2006/main">
              <a:ext uri="{FF2B5EF4-FFF2-40B4-BE49-F238E27FC236}">
                <a16:creationId xmlns:a16="http://schemas.microsoft.com/office/drawing/2014/main" id="{E63A5200-14B3-4E52-964F-1E39E8CF70DF}"/>
              </a:ext>
            </a:extLst>
          </p:cNvPr>
          <p:cNvSpPr>
            <a:spLocks xmlns:a="http://schemas.openxmlformats.org/drawingml/2006/main" noGrp="1"/>
          </p:cNvSpPr>
          <p:nvPr/>
        </p:nvSpPr>
        <p:spPr>
          <a:xfrm xmlns:a="http://schemas.openxmlformats.org/drawingml/2006/main">
            <a:off x="4808934" y="37623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2" name="Text">
            <a:extLst xmlns:a="http://schemas.openxmlformats.org/drawingml/2006/main">
              <a:ext uri="{FF2B5EF4-FFF2-40B4-BE49-F238E27FC236}">
                <a16:creationId xmlns:a16="http://schemas.microsoft.com/office/drawing/2014/main" id="{2DFCDCCB-EDB6-48D9-8A45-53DF758A2DA4}"/>
              </a:ext>
            </a:extLst>
          </p:cNvPr>
          <p:cNvSpPr>
            <a:spLocks xmlns:a="http://schemas.openxmlformats.org/drawingml/2006/main" noGrp="1"/>
          </p:cNvSpPr>
          <p:nvPr/>
        </p:nvSpPr>
        <p:spPr>
          <a:xfrm xmlns:a="http://schemas.openxmlformats.org/drawingml/2006/main">
            <a:off x="4827984" y="37623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D</a:t>
            </a:r>
          </a:p>
        </p:txBody>
      </p:sp>
      <p:sp>
        <p:nvSpPr>
          <p:cNvPr id="53" name="Rectangle 52">
            <a:extLst xmlns:a="http://schemas.openxmlformats.org/drawingml/2006/main">
              <a:ext uri="{FF2B5EF4-FFF2-40B4-BE49-F238E27FC236}">
                <a16:creationId xmlns:a16="http://schemas.microsoft.com/office/drawing/2014/main" id="{663AC049-0D0E-48C5-AAB8-0D0FD3A3FD83}"/>
              </a:ext>
            </a:extLst>
          </p:cNvPr>
          <p:cNvSpPr>
            <a:spLocks xmlns:a="http://schemas.openxmlformats.org/drawingml/2006/main" noGrp="1"/>
          </p:cNvSpPr>
          <p:nvPr/>
        </p:nvSpPr>
        <p:spPr>
          <a:xfrm xmlns:a="http://schemas.openxmlformats.org/drawingml/2006/main">
            <a:off x="600075" y="42005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4" name="Text">
            <a:extLst xmlns:a="http://schemas.openxmlformats.org/drawingml/2006/main">
              <a:ext uri="{FF2B5EF4-FFF2-40B4-BE49-F238E27FC236}">
                <a16:creationId xmlns:a16="http://schemas.microsoft.com/office/drawing/2014/main" id="{9908D7CA-64F8-4286-8C1E-7A850815D926}"/>
              </a:ext>
            </a:extLst>
          </p:cNvPr>
          <p:cNvSpPr>
            <a:spLocks xmlns:a="http://schemas.openxmlformats.org/drawingml/2006/main" noGrp="1"/>
          </p:cNvSpPr>
          <p:nvPr/>
        </p:nvSpPr>
        <p:spPr>
          <a:xfrm xmlns:a="http://schemas.openxmlformats.org/drawingml/2006/main">
            <a:off x="619125" y="42005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S</a:t>
            </a:r>
          </a:p>
        </p:txBody>
      </p:sp>
      <p:sp>
        <p:nvSpPr>
          <p:cNvPr id="55" name="Rectangle 54">
            <a:extLst xmlns:a="http://schemas.openxmlformats.org/drawingml/2006/main">
              <a:ext uri="{FF2B5EF4-FFF2-40B4-BE49-F238E27FC236}">
                <a16:creationId xmlns:a16="http://schemas.microsoft.com/office/drawing/2014/main" id="{69D5387B-F3B5-40DA-835C-0321A4D9EF73}"/>
              </a:ext>
            </a:extLst>
          </p:cNvPr>
          <p:cNvSpPr>
            <a:spLocks xmlns:a="http://schemas.openxmlformats.org/drawingml/2006/main" noGrp="1"/>
          </p:cNvSpPr>
          <p:nvPr/>
        </p:nvSpPr>
        <p:spPr>
          <a:xfrm xmlns:a="http://schemas.openxmlformats.org/drawingml/2006/main">
            <a:off x="1201341" y="42005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6" name="Text">
            <a:extLst xmlns:a="http://schemas.openxmlformats.org/drawingml/2006/main">
              <a:ext uri="{FF2B5EF4-FFF2-40B4-BE49-F238E27FC236}">
                <a16:creationId xmlns:a16="http://schemas.microsoft.com/office/drawing/2014/main" id="{BF0882EF-FE6C-43D4-A42B-CB889B5414EF}"/>
              </a:ext>
            </a:extLst>
          </p:cNvPr>
          <p:cNvSpPr>
            <a:spLocks xmlns:a="http://schemas.openxmlformats.org/drawingml/2006/main" noGrp="1"/>
          </p:cNvSpPr>
          <p:nvPr/>
        </p:nvSpPr>
        <p:spPr>
          <a:xfrm xmlns:a="http://schemas.openxmlformats.org/drawingml/2006/main">
            <a:off x="1220391" y="42005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57" name="Rectangle 56">
            <a:extLst xmlns:a="http://schemas.openxmlformats.org/drawingml/2006/main">
              <a:ext uri="{FF2B5EF4-FFF2-40B4-BE49-F238E27FC236}">
                <a16:creationId xmlns:a16="http://schemas.microsoft.com/office/drawing/2014/main" id="{91FD3F5D-5CC5-42BF-9C85-FF0DD96DAE67}"/>
              </a:ext>
            </a:extLst>
          </p:cNvPr>
          <p:cNvSpPr>
            <a:spLocks xmlns:a="http://schemas.openxmlformats.org/drawingml/2006/main" noGrp="1"/>
          </p:cNvSpPr>
          <p:nvPr/>
        </p:nvSpPr>
        <p:spPr>
          <a:xfrm xmlns:a="http://schemas.openxmlformats.org/drawingml/2006/main">
            <a:off x="1802606" y="42005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8" name="Text">
            <a:extLst xmlns:a="http://schemas.openxmlformats.org/drawingml/2006/main">
              <a:ext uri="{FF2B5EF4-FFF2-40B4-BE49-F238E27FC236}">
                <a16:creationId xmlns:a16="http://schemas.microsoft.com/office/drawing/2014/main" id="{39AA2F76-2197-49DA-82E6-CF19360349D9}"/>
              </a:ext>
            </a:extLst>
          </p:cNvPr>
          <p:cNvSpPr>
            <a:spLocks xmlns:a="http://schemas.openxmlformats.org/drawingml/2006/main" noGrp="1"/>
          </p:cNvSpPr>
          <p:nvPr/>
        </p:nvSpPr>
        <p:spPr>
          <a:xfrm xmlns:a="http://schemas.openxmlformats.org/drawingml/2006/main">
            <a:off x="1821656" y="42005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R</a:t>
            </a:r>
          </a:p>
        </p:txBody>
      </p:sp>
      <p:sp>
        <p:nvSpPr>
          <p:cNvPr id="59" name="Rectangle 58">
            <a:extLst xmlns:a="http://schemas.openxmlformats.org/drawingml/2006/main">
              <a:ext uri="{FF2B5EF4-FFF2-40B4-BE49-F238E27FC236}">
                <a16:creationId xmlns:a16="http://schemas.microsoft.com/office/drawing/2014/main" id="{A9F88AD8-BA85-4E5B-9EDB-9F1BC3F56F25}"/>
              </a:ext>
            </a:extLst>
          </p:cNvPr>
          <p:cNvSpPr>
            <a:spLocks xmlns:a="http://schemas.openxmlformats.org/drawingml/2006/main" noGrp="1"/>
          </p:cNvSpPr>
          <p:nvPr/>
        </p:nvSpPr>
        <p:spPr>
          <a:xfrm xmlns:a="http://schemas.openxmlformats.org/drawingml/2006/main">
            <a:off x="2403872" y="42005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0" name="Text">
            <a:extLst xmlns:a="http://schemas.openxmlformats.org/drawingml/2006/main">
              <a:ext uri="{FF2B5EF4-FFF2-40B4-BE49-F238E27FC236}">
                <a16:creationId xmlns:a16="http://schemas.microsoft.com/office/drawing/2014/main" id="{FB65656A-E0DD-4138-934B-C204BED1A844}"/>
              </a:ext>
            </a:extLst>
          </p:cNvPr>
          <p:cNvSpPr>
            <a:spLocks xmlns:a="http://schemas.openxmlformats.org/drawingml/2006/main" noGrp="1"/>
          </p:cNvSpPr>
          <p:nvPr/>
        </p:nvSpPr>
        <p:spPr>
          <a:xfrm xmlns:a="http://schemas.openxmlformats.org/drawingml/2006/main">
            <a:off x="2422922" y="42005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S</a:t>
            </a:r>
          </a:p>
        </p:txBody>
      </p:sp>
      <p:sp>
        <p:nvSpPr>
          <p:cNvPr id="61" name="Rectangle 60">
            <a:extLst xmlns:a="http://schemas.openxmlformats.org/drawingml/2006/main">
              <a:ext uri="{FF2B5EF4-FFF2-40B4-BE49-F238E27FC236}">
                <a16:creationId xmlns:a16="http://schemas.microsoft.com/office/drawing/2014/main" id="{E95174AE-EBC5-4B3B-836D-ACCC3FCB3CB5}"/>
              </a:ext>
            </a:extLst>
          </p:cNvPr>
          <p:cNvSpPr>
            <a:spLocks xmlns:a="http://schemas.openxmlformats.org/drawingml/2006/main" noGrp="1"/>
          </p:cNvSpPr>
          <p:nvPr/>
        </p:nvSpPr>
        <p:spPr>
          <a:xfrm xmlns:a="http://schemas.openxmlformats.org/drawingml/2006/main">
            <a:off x="3005138" y="42005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2" name="Text">
            <a:extLst xmlns:a="http://schemas.openxmlformats.org/drawingml/2006/main">
              <a:ext uri="{FF2B5EF4-FFF2-40B4-BE49-F238E27FC236}">
                <a16:creationId xmlns:a16="http://schemas.microsoft.com/office/drawing/2014/main" id="{1A1A351B-EB26-4C19-BCAF-0482E34C46EB}"/>
              </a:ext>
            </a:extLst>
          </p:cNvPr>
          <p:cNvSpPr>
            <a:spLocks xmlns:a="http://schemas.openxmlformats.org/drawingml/2006/main" noGrp="1"/>
          </p:cNvSpPr>
          <p:nvPr/>
        </p:nvSpPr>
        <p:spPr>
          <a:xfrm xmlns:a="http://schemas.openxmlformats.org/drawingml/2006/main">
            <a:off x="3024188" y="42005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63" name="Rectangle 62">
            <a:extLst xmlns:a="http://schemas.openxmlformats.org/drawingml/2006/main">
              <a:ext uri="{FF2B5EF4-FFF2-40B4-BE49-F238E27FC236}">
                <a16:creationId xmlns:a16="http://schemas.microsoft.com/office/drawing/2014/main" id="{CBEA7421-E47E-4C23-9F67-B7B36FD77DEF}"/>
              </a:ext>
            </a:extLst>
          </p:cNvPr>
          <p:cNvSpPr>
            <a:spLocks xmlns:a="http://schemas.openxmlformats.org/drawingml/2006/main" noGrp="1"/>
          </p:cNvSpPr>
          <p:nvPr/>
        </p:nvSpPr>
        <p:spPr>
          <a:xfrm xmlns:a="http://schemas.openxmlformats.org/drawingml/2006/main">
            <a:off x="3606403" y="42005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4" name="Text">
            <a:extLst xmlns:a="http://schemas.openxmlformats.org/drawingml/2006/main">
              <a:ext uri="{FF2B5EF4-FFF2-40B4-BE49-F238E27FC236}">
                <a16:creationId xmlns:a16="http://schemas.microsoft.com/office/drawing/2014/main" id="{25D33EBD-6F08-4C8C-8081-451D69ECEBB2}"/>
              </a:ext>
            </a:extLst>
          </p:cNvPr>
          <p:cNvSpPr>
            <a:spLocks xmlns:a="http://schemas.openxmlformats.org/drawingml/2006/main" noGrp="1"/>
          </p:cNvSpPr>
          <p:nvPr/>
        </p:nvSpPr>
        <p:spPr>
          <a:xfrm xmlns:a="http://schemas.openxmlformats.org/drawingml/2006/main">
            <a:off x="3625453" y="42005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65" name="Rectangle 64">
            <a:extLst xmlns:a="http://schemas.openxmlformats.org/drawingml/2006/main">
              <a:ext uri="{FF2B5EF4-FFF2-40B4-BE49-F238E27FC236}">
                <a16:creationId xmlns:a16="http://schemas.microsoft.com/office/drawing/2014/main" id="{A8439E77-2709-4913-A86A-5711FB21015A}"/>
              </a:ext>
            </a:extLst>
          </p:cNvPr>
          <p:cNvSpPr>
            <a:spLocks xmlns:a="http://schemas.openxmlformats.org/drawingml/2006/main" noGrp="1"/>
          </p:cNvSpPr>
          <p:nvPr/>
        </p:nvSpPr>
        <p:spPr>
          <a:xfrm xmlns:a="http://schemas.openxmlformats.org/drawingml/2006/main">
            <a:off x="4207669" y="42005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6" name="Text">
            <a:extLst xmlns:a="http://schemas.openxmlformats.org/drawingml/2006/main">
              <a:ext uri="{FF2B5EF4-FFF2-40B4-BE49-F238E27FC236}">
                <a16:creationId xmlns:a16="http://schemas.microsoft.com/office/drawing/2014/main" id="{5725611E-8E81-4253-8E0B-D0471C142998}"/>
              </a:ext>
            </a:extLst>
          </p:cNvPr>
          <p:cNvSpPr>
            <a:spLocks xmlns:a="http://schemas.openxmlformats.org/drawingml/2006/main" noGrp="1"/>
          </p:cNvSpPr>
          <p:nvPr/>
        </p:nvSpPr>
        <p:spPr>
          <a:xfrm xmlns:a="http://schemas.openxmlformats.org/drawingml/2006/main">
            <a:off x="4226719" y="42005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R</a:t>
            </a:r>
          </a:p>
        </p:txBody>
      </p:sp>
      <p:sp>
        <p:nvSpPr>
          <p:cNvPr id="67" name="Rectangle 66">
            <a:extLst xmlns:a="http://schemas.openxmlformats.org/drawingml/2006/main">
              <a:ext uri="{FF2B5EF4-FFF2-40B4-BE49-F238E27FC236}">
                <a16:creationId xmlns:a16="http://schemas.microsoft.com/office/drawing/2014/main" id="{18B830C0-5692-42D0-A4AA-C6FD5AC2D8FB}"/>
              </a:ext>
            </a:extLst>
          </p:cNvPr>
          <p:cNvSpPr>
            <a:spLocks xmlns:a="http://schemas.openxmlformats.org/drawingml/2006/main" noGrp="1"/>
          </p:cNvSpPr>
          <p:nvPr/>
        </p:nvSpPr>
        <p:spPr>
          <a:xfrm xmlns:a="http://schemas.openxmlformats.org/drawingml/2006/main">
            <a:off x="4808934" y="420052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8" name="Text">
            <a:extLst xmlns:a="http://schemas.openxmlformats.org/drawingml/2006/main">
              <a:ext uri="{FF2B5EF4-FFF2-40B4-BE49-F238E27FC236}">
                <a16:creationId xmlns:a16="http://schemas.microsoft.com/office/drawing/2014/main" id="{0DAD3338-CBB0-4BB8-8F2A-7DCD96FC3466}"/>
              </a:ext>
            </a:extLst>
          </p:cNvPr>
          <p:cNvSpPr>
            <a:spLocks xmlns:a="http://schemas.openxmlformats.org/drawingml/2006/main" noGrp="1"/>
          </p:cNvSpPr>
          <p:nvPr/>
        </p:nvSpPr>
        <p:spPr>
          <a:xfrm xmlns:a="http://schemas.openxmlformats.org/drawingml/2006/main">
            <a:off x="4827984" y="420052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R</a:t>
            </a:r>
          </a:p>
        </p:txBody>
      </p:sp>
      <p:sp>
        <p:nvSpPr>
          <p:cNvPr id="69" name="Rectangle 68">
            <a:extLst xmlns:a="http://schemas.openxmlformats.org/drawingml/2006/main">
              <a:ext uri="{FF2B5EF4-FFF2-40B4-BE49-F238E27FC236}">
                <a16:creationId xmlns:a16="http://schemas.microsoft.com/office/drawing/2014/main" id="{46141567-89A1-437C-9BE4-F74D4F644510}"/>
              </a:ext>
            </a:extLst>
          </p:cNvPr>
          <p:cNvSpPr>
            <a:spLocks xmlns:a="http://schemas.openxmlformats.org/drawingml/2006/main" noGrp="1"/>
          </p:cNvSpPr>
          <p:nvPr/>
        </p:nvSpPr>
        <p:spPr>
          <a:xfrm xmlns:a="http://schemas.openxmlformats.org/drawingml/2006/main">
            <a:off x="600075" y="46386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0" name="Text">
            <a:extLst xmlns:a="http://schemas.openxmlformats.org/drawingml/2006/main">
              <a:ext uri="{FF2B5EF4-FFF2-40B4-BE49-F238E27FC236}">
                <a16:creationId xmlns:a16="http://schemas.microsoft.com/office/drawing/2014/main" id="{74E1A4A2-15C6-496E-B24A-E99E449F9102}"/>
              </a:ext>
            </a:extLst>
          </p:cNvPr>
          <p:cNvSpPr>
            <a:spLocks xmlns:a="http://schemas.openxmlformats.org/drawingml/2006/main" noGrp="1"/>
          </p:cNvSpPr>
          <p:nvPr/>
        </p:nvSpPr>
        <p:spPr>
          <a:xfrm xmlns:a="http://schemas.openxmlformats.org/drawingml/2006/main">
            <a:off x="619125" y="46386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S</a:t>
            </a:r>
          </a:p>
        </p:txBody>
      </p:sp>
      <p:sp>
        <p:nvSpPr>
          <p:cNvPr id="71" name="Rectangle 70">
            <a:extLst xmlns:a="http://schemas.openxmlformats.org/drawingml/2006/main">
              <a:ext uri="{FF2B5EF4-FFF2-40B4-BE49-F238E27FC236}">
                <a16:creationId xmlns:a16="http://schemas.microsoft.com/office/drawing/2014/main" id="{C26DB7E2-4A10-4FC1-BCD7-2B6A7D7DF032}"/>
              </a:ext>
            </a:extLst>
          </p:cNvPr>
          <p:cNvSpPr>
            <a:spLocks xmlns:a="http://schemas.openxmlformats.org/drawingml/2006/main" noGrp="1"/>
          </p:cNvSpPr>
          <p:nvPr/>
        </p:nvSpPr>
        <p:spPr>
          <a:xfrm xmlns:a="http://schemas.openxmlformats.org/drawingml/2006/main">
            <a:off x="1201341" y="46386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2" name="Text">
            <a:extLst xmlns:a="http://schemas.openxmlformats.org/drawingml/2006/main">
              <a:ext uri="{FF2B5EF4-FFF2-40B4-BE49-F238E27FC236}">
                <a16:creationId xmlns:a16="http://schemas.microsoft.com/office/drawing/2014/main" id="{9A8BB8FA-8C16-42CC-A767-E5B022F39622}"/>
              </a:ext>
            </a:extLst>
          </p:cNvPr>
          <p:cNvSpPr>
            <a:spLocks xmlns:a="http://schemas.openxmlformats.org/drawingml/2006/main" noGrp="1"/>
          </p:cNvSpPr>
          <p:nvPr/>
        </p:nvSpPr>
        <p:spPr>
          <a:xfrm xmlns:a="http://schemas.openxmlformats.org/drawingml/2006/main">
            <a:off x="1220391" y="46386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73" name="Rectangle 72">
            <a:extLst xmlns:a="http://schemas.openxmlformats.org/drawingml/2006/main">
              <a:ext uri="{FF2B5EF4-FFF2-40B4-BE49-F238E27FC236}">
                <a16:creationId xmlns:a16="http://schemas.microsoft.com/office/drawing/2014/main" id="{FF5DBCD8-0238-4E4D-BEA1-86DB57E6DB8B}"/>
              </a:ext>
            </a:extLst>
          </p:cNvPr>
          <p:cNvSpPr>
            <a:spLocks xmlns:a="http://schemas.openxmlformats.org/drawingml/2006/main" noGrp="1"/>
          </p:cNvSpPr>
          <p:nvPr/>
        </p:nvSpPr>
        <p:spPr>
          <a:xfrm xmlns:a="http://schemas.openxmlformats.org/drawingml/2006/main">
            <a:off x="1802606" y="46386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4" name="Text">
            <a:extLst xmlns:a="http://schemas.openxmlformats.org/drawingml/2006/main">
              <a:ext uri="{FF2B5EF4-FFF2-40B4-BE49-F238E27FC236}">
                <a16:creationId xmlns:a16="http://schemas.microsoft.com/office/drawing/2014/main" id="{D1A3AFB8-5E6A-4631-8262-CC7DCD91BE4E}"/>
              </a:ext>
            </a:extLst>
          </p:cNvPr>
          <p:cNvSpPr>
            <a:spLocks xmlns:a="http://schemas.openxmlformats.org/drawingml/2006/main" noGrp="1"/>
          </p:cNvSpPr>
          <p:nvPr/>
        </p:nvSpPr>
        <p:spPr>
          <a:xfrm xmlns:a="http://schemas.openxmlformats.org/drawingml/2006/main">
            <a:off x="1821656" y="46386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R</a:t>
            </a:r>
          </a:p>
        </p:txBody>
      </p:sp>
      <p:sp>
        <p:nvSpPr>
          <p:cNvPr id="75" name="Rectangle 74">
            <a:extLst xmlns:a="http://schemas.openxmlformats.org/drawingml/2006/main">
              <a:ext uri="{FF2B5EF4-FFF2-40B4-BE49-F238E27FC236}">
                <a16:creationId xmlns:a16="http://schemas.microsoft.com/office/drawing/2014/main" id="{87209C44-F87C-44E8-BBC9-6B5B75EE3575}"/>
              </a:ext>
            </a:extLst>
          </p:cNvPr>
          <p:cNvSpPr>
            <a:spLocks xmlns:a="http://schemas.openxmlformats.org/drawingml/2006/main" noGrp="1"/>
          </p:cNvSpPr>
          <p:nvPr/>
        </p:nvSpPr>
        <p:spPr>
          <a:xfrm xmlns:a="http://schemas.openxmlformats.org/drawingml/2006/main">
            <a:off x="2403872" y="46386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6" name="Text">
            <a:extLst xmlns:a="http://schemas.openxmlformats.org/drawingml/2006/main">
              <a:ext uri="{FF2B5EF4-FFF2-40B4-BE49-F238E27FC236}">
                <a16:creationId xmlns:a16="http://schemas.microsoft.com/office/drawing/2014/main" id="{8B1AD43E-731B-483B-BC63-6818D2670382}"/>
              </a:ext>
            </a:extLst>
          </p:cNvPr>
          <p:cNvSpPr>
            <a:spLocks xmlns:a="http://schemas.openxmlformats.org/drawingml/2006/main" noGrp="1"/>
          </p:cNvSpPr>
          <p:nvPr/>
        </p:nvSpPr>
        <p:spPr>
          <a:xfrm xmlns:a="http://schemas.openxmlformats.org/drawingml/2006/main">
            <a:off x="2422922" y="46386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77" name="Rectangle 76">
            <a:extLst xmlns:a="http://schemas.openxmlformats.org/drawingml/2006/main">
              <a:ext uri="{FF2B5EF4-FFF2-40B4-BE49-F238E27FC236}">
                <a16:creationId xmlns:a16="http://schemas.microsoft.com/office/drawing/2014/main" id="{F75D269E-F5F3-4C9C-A583-9CF37FDFD13F}"/>
              </a:ext>
            </a:extLst>
          </p:cNvPr>
          <p:cNvSpPr>
            <a:spLocks xmlns:a="http://schemas.openxmlformats.org/drawingml/2006/main" noGrp="1"/>
          </p:cNvSpPr>
          <p:nvPr/>
        </p:nvSpPr>
        <p:spPr>
          <a:xfrm xmlns:a="http://schemas.openxmlformats.org/drawingml/2006/main">
            <a:off x="3005138" y="46386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8" name="Text">
            <a:extLst xmlns:a="http://schemas.openxmlformats.org/drawingml/2006/main">
              <a:ext uri="{FF2B5EF4-FFF2-40B4-BE49-F238E27FC236}">
                <a16:creationId xmlns:a16="http://schemas.microsoft.com/office/drawing/2014/main" id="{D18768D4-77C6-4D7B-BAB0-C3DF4AE3EC86}"/>
              </a:ext>
            </a:extLst>
          </p:cNvPr>
          <p:cNvSpPr>
            <a:spLocks xmlns:a="http://schemas.openxmlformats.org/drawingml/2006/main" noGrp="1"/>
          </p:cNvSpPr>
          <p:nvPr/>
        </p:nvSpPr>
        <p:spPr>
          <a:xfrm xmlns:a="http://schemas.openxmlformats.org/drawingml/2006/main">
            <a:off x="3024188" y="46386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D</a:t>
            </a:r>
          </a:p>
        </p:txBody>
      </p:sp>
      <p:sp>
        <p:nvSpPr>
          <p:cNvPr id="79" name="Rectangle 78">
            <a:extLst xmlns:a="http://schemas.openxmlformats.org/drawingml/2006/main">
              <a:ext uri="{FF2B5EF4-FFF2-40B4-BE49-F238E27FC236}">
                <a16:creationId xmlns:a16="http://schemas.microsoft.com/office/drawing/2014/main" id="{B1637E44-3227-4A30-993F-D91532131825}"/>
              </a:ext>
            </a:extLst>
          </p:cNvPr>
          <p:cNvSpPr>
            <a:spLocks xmlns:a="http://schemas.openxmlformats.org/drawingml/2006/main" noGrp="1"/>
          </p:cNvSpPr>
          <p:nvPr/>
        </p:nvSpPr>
        <p:spPr>
          <a:xfrm xmlns:a="http://schemas.openxmlformats.org/drawingml/2006/main">
            <a:off x="3606403" y="46386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0" name="Text">
            <a:extLst xmlns:a="http://schemas.openxmlformats.org/drawingml/2006/main">
              <a:ext uri="{FF2B5EF4-FFF2-40B4-BE49-F238E27FC236}">
                <a16:creationId xmlns:a16="http://schemas.microsoft.com/office/drawing/2014/main" id="{40AE586D-9FB9-4185-8B1B-8529776F2906}"/>
              </a:ext>
            </a:extLst>
          </p:cNvPr>
          <p:cNvSpPr>
            <a:spLocks xmlns:a="http://schemas.openxmlformats.org/drawingml/2006/main" noGrp="1"/>
          </p:cNvSpPr>
          <p:nvPr/>
        </p:nvSpPr>
        <p:spPr>
          <a:xfrm xmlns:a="http://schemas.openxmlformats.org/drawingml/2006/main">
            <a:off x="3625453" y="46386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R</a:t>
            </a:r>
          </a:p>
        </p:txBody>
      </p:sp>
      <p:sp>
        <p:nvSpPr>
          <p:cNvPr id="81" name="Rectangle 80">
            <a:extLst xmlns:a="http://schemas.openxmlformats.org/drawingml/2006/main">
              <a:ext uri="{FF2B5EF4-FFF2-40B4-BE49-F238E27FC236}">
                <a16:creationId xmlns:a16="http://schemas.microsoft.com/office/drawing/2014/main" id="{27876F63-A6D1-4595-8631-77B9D01128E0}"/>
              </a:ext>
            </a:extLst>
          </p:cNvPr>
          <p:cNvSpPr>
            <a:spLocks xmlns:a="http://schemas.openxmlformats.org/drawingml/2006/main" noGrp="1"/>
          </p:cNvSpPr>
          <p:nvPr/>
        </p:nvSpPr>
        <p:spPr>
          <a:xfrm xmlns:a="http://schemas.openxmlformats.org/drawingml/2006/main">
            <a:off x="4207669" y="46386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2" name="Text">
            <a:extLst xmlns:a="http://schemas.openxmlformats.org/drawingml/2006/main">
              <a:ext uri="{FF2B5EF4-FFF2-40B4-BE49-F238E27FC236}">
                <a16:creationId xmlns:a16="http://schemas.microsoft.com/office/drawing/2014/main" id="{799BB8FF-0770-4FD7-AF81-D340ADE6F830}"/>
              </a:ext>
            </a:extLst>
          </p:cNvPr>
          <p:cNvSpPr>
            <a:spLocks xmlns:a="http://schemas.openxmlformats.org/drawingml/2006/main" noGrp="1"/>
          </p:cNvSpPr>
          <p:nvPr/>
        </p:nvSpPr>
        <p:spPr>
          <a:xfrm xmlns:a="http://schemas.openxmlformats.org/drawingml/2006/main">
            <a:off x="4226719" y="46386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N</a:t>
            </a:r>
          </a:p>
        </p:txBody>
      </p:sp>
      <p:sp>
        <p:nvSpPr>
          <p:cNvPr id="83" name="Rectangle 82">
            <a:extLst xmlns:a="http://schemas.openxmlformats.org/drawingml/2006/main">
              <a:ext uri="{FF2B5EF4-FFF2-40B4-BE49-F238E27FC236}">
                <a16:creationId xmlns:a16="http://schemas.microsoft.com/office/drawing/2014/main" id="{D6307835-2A35-48FF-9D73-E99A8848A023}"/>
              </a:ext>
            </a:extLst>
          </p:cNvPr>
          <p:cNvSpPr>
            <a:spLocks xmlns:a="http://schemas.openxmlformats.org/drawingml/2006/main" noGrp="1"/>
          </p:cNvSpPr>
          <p:nvPr/>
        </p:nvSpPr>
        <p:spPr>
          <a:xfrm xmlns:a="http://schemas.openxmlformats.org/drawingml/2006/main">
            <a:off x="4808934" y="4638675"/>
            <a:ext cx="544116" cy="3810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4" name="Text">
            <a:extLst xmlns:a="http://schemas.openxmlformats.org/drawingml/2006/main">
              <a:ext uri="{FF2B5EF4-FFF2-40B4-BE49-F238E27FC236}">
                <a16:creationId xmlns:a16="http://schemas.microsoft.com/office/drawing/2014/main" id="{C49032D2-D729-4AE3-9186-3C2B81181282}"/>
              </a:ext>
            </a:extLst>
          </p:cNvPr>
          <p:cNvSpPr>
            <a:spLocks xmlns:a="http://schemas.openxmlformats.org/drawingml/2006/main" noGrp="1"/>
          </p:cNvSpPr>
          <p:nvPr/>
        </p:nvSpPr>
        <p:spPr>
          <a:xfrm xmlns:a="http://schemas.openxmlformats.org/drawingml/2006/main">
            <a:off x="4827984" y="4638675"/>
            <a:ext cx="50601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1800" b="0">
                <a:solidFill>
                  <a:srgbClr val="111111"/>
                </a:solidFill>
                <a:latin typeface="Aptos"/>
                <a:ea typeface="Aptos"/>
                <a:cs typeface="Aptos"/>
              </a:defRPr>
            </a:pPr>
            <a:r>
              <a:rPr sz="1800" b="0">
                <a:solidFill>
                  <a:srgbClr val="111111"/>
                </a:solidFill>
                <a:latin typeface="Aptos"/>
                <a:ea typeface="Aptos"/>
                <a:cs typeface="Aptos"/>
              </a:rPr>
              <a:t>R</a:t>
            </a:r>
          </a:p>
        </p:txBody>
      </p:sp>
      <p:sp>
        <p:nvSpPr>
          <p:cNvPr id="85" name="Text">
            <a:extLst xmlns:a="http://schemas.openxmlformats.org/drawingml/2006/main">
              <a:ext uri="{FF2B5EF4-FFF2-40B4-BE49-F238E27FC236}">
                <a16:creationId xmlns:a16="http://schemas.microsoft.com/office/drawing/2014/main" id="{3B4E0183-F3CB-44E7-95A6-7EA552828C3D}"/>
              </a:ext>
            </a:extLst>
          </p:cNvPr>
          <p:cNvSpPr>
            <a:spLocks xmlns:a="http://schemas.openxmlformats.org/drawingml/2006/main" noGrp="1"/>
          </p:cNvSpPr>
          <p:nvPr/>
        </p:nvSpPr>
        <p:spPr>
          <a:xfrm xmlns:a="http://schemas.openxmlformats.org/drawingml/2006/main">
            <a:off x="619125" y="5229225"/>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111111"/>
                </a:solidFill>
                <a:latin typeface="Aptos"/>
                <a:ea typeface="Aptos"/>
                <a:cs typeface="Aptos"/>
              </a:defRPr>
            </a:pPr>
            <a:r>
              <a:rPr sz="1800" b="0">
                <a:solidFill>
                  <a:srgbClr val="111111"/>
                </a:solidFill>
                <a:latin typeface="Aptos"/>
                <a:ea typeface="Aptos"/>
                <a:cs typeface="Aptos"/>
              </a:rPr>
              <a:t>N = noodles     R = rice bowls</a:t>
            </a:r>
          </a:p>
          <a:p xmlns:a="http://schemas.openxmlformats.org/drawingml/2006/main">
            <a:pPr algn="l">
              <a:buNone/>
              <a:defRPr sz="1800" b="0">
                <a:solidFill>
                  <a:srgbClr val="111111"/>
                </a:solidFill>
                <a:latin typeface="Aptos"/>
                <a:ea typeface="Aptos"/>
                <a:cs typeface="Aptos"/>
              </a:defRPr>
            </a:pPr>
            <a:r>
              <a:rPr sz="1800" b="0">
                <a:solidFill>
                  <a:srgbClr val="111111"/>
                </a:solidFill>
                <a:latin typeface="Aptos"/>
                <a:ea typeface="Aptos"/>
                <a:cs typeface="Aptos"/>
              </a:rPr>
              <a:t>S = sandwiches     D = dumplings</a:t>
            </a:r>
          </a:p>
        </p:txBody>
      </p:sp>
      <p:graphicFrame>
        <p:nvGraphicFramePr>
          <p:cNvPr id="175" name="Table 174"/>
          <p:cNvGraphicFramePr/>
          <p:nvPr/>
        </p:nvGraphicFramePr>
        <p:xfrm>
          <a:off xmlns:a="http://schemas.openxmlformats.org/drawingml/2006/main" x="5857875" y="2857500"/>
          <a:ext xmlns:a="http://schemas.openxmlformats.org/drawingml/2006/main" cx="5715000" cy="2857500"/>
        </p:xfrm>
        <a:graphic xmlns:a="http://schemas.openxmlformats.org/drawingml/2006/main">
          <a:graphicData uri="http://schemas.openxmlformats.org/drawingml/2006/table">
            <a:tbl>
              <a:tblPr firstRow="1"/>
              <a:tblGrid>
                <a:gridCol w="2286000"/>
                <a:gridCol w="1476375"/>
                <a:gridCol w="1952625"/>
              </a:tblGrid>
              <a:tr h="476250">
                <a:tc>
                  <a:txBody>
                    <a:bodyPr/>
                    <a:lstStyle/>
                    <a:p>
                      <a:pPr algn="l">
                        <a:buNone/>
                      </a:pPr>
                      <a:r>
                        <a:rPr sz="1875" b="1">
                          <a:solidFill>
                            <a:srgbClr val="FFFFFF"/>
                          </a:solidFill>
                          <a:latin typeface="Aptos"/>
                          <a:ea typeface="Aptos"/>
                          <a:cs typeface="Aptos"/>
                        </a:rPr>
                        <a:t>Lunch option</a:t>
                      </a:r>
                    </a:p>
                  </a:txBody>
                  <a:tcPr marL="91440" marR="91440" marT="45720" marB="45720" anchor="ctr">
                    <a:solidFill>
                      <a:srgbClr val="D6171D"/>
                    </a:solidFill>
                  </a:tcPr>
                </a:tc>
                <a:tc>
                  <a:txBody>
                    <a:bodyPr/>
                    <a:lstStyle/>
                    <a:p>
                      <a:pPr algn="ctr">
                        <a:buNone/>
                      </a:pPr>
                      <a:r>
                        <a:rPr sz="1875" b="1">
                          <a:solidFill>
                            <a:srgbClr val="FFFFFF"/>
                          </a:solidFill>
                          <a:latin typeface="Aptos"/>
                          <a:ea typeface="Aptos"/>
                          <a:cs typeface="Aptos"/>
                        </a:rPr>
                        <a:t>Tally</a:t>
                      </a:r>
                    </a:p>
                  </a:txBody>
                  <a:tcPr marL="91440" marR="91440" marT="45720" marB="45720" anchor="ctr">
                    <a:solidFill>
                      <a:srgbClr val="D6171D"/>
                    </a:solidFill>
                  </a:tcPr>
                </a:tc>
                <a:tc>
                  <a:txBody>
                    <a:bodyPr/>
                    <a:lstStyle/>
                    <a:p>
                      <a:pPr algn="ctr">
                        <a:buNone/>
                      </a:pPr>
                      <a:r>
                        <a:rPr sz="1875" b="1">
                          <a:solidFill>
                            <a:srgbClr val="FFFFFF"/>
                          </a:solidFill>
                          <a:latin typeface="Aptos"/>
                          <a:ea typeface="Aptos"/>
                          <a:cs typeface="Aptos"/>
                        </a:rPr>
                        <a:t>Frequency</a:t>
                      </a:r>
                    </a:p>
                  </a:txBody>
                  <a:tcPr marL="91440" marR="91440" marT="45720" marB="45720" anchor="ctr">
                    <a:solidFill>
                      <a:srgbClr val="D6171D"/>
                    </a:solidFill>
                  </a:tcPr>
                </a:tc>
              </a:tr>
              <a:tr h="476250">
                <a:tc>
                  <a:txBody>
                    <a:bodyPr/>
                    <a:lstStyle/>
                    <a:p>
                      <a:pPr algn="l">
                        <a:buNone/>
                      </a:pPr>
                      <a:r>
                        <a:rPr sz="1875" b="0">
                          <a:solidFill>
                            <a:srgbClr val="111111"/>
                          </a:solidFill>
                          <a:latin typeface="Aptos"/>
                          <a:ea typeface="Aptos"/>
                          <a:cs typeface="Aptos"/>
                        </a:rPr>
                        <a:t>Noodles</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r h="476250">
                <a:tc>
                  <a:txBody>
                    <a:bodyPr/>
                    <a:lstStyle/>
                    <a:p>
                      <a:pPr algn="l">
                        <a:buNone/>
                      </a:pPr>
                      <a:r>
                        <a:rPr sz="1875" b="0">
                          <a:solidFill>
                            <a:srgbClr val="111111"/>
                          </a:solidFill>
                          <a:latin typeface="Aptos"/>
                          <a:ea typeface="Aptos"/>
                          <a:cs typeface="Aptos"/>
                        </a:rPr>
                        <a:t>Rice bowls</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476250">
                <a:tc>
                  <a:txBody>
                    <a:bodyPr/>
                    <a:lstStyle/>
                    <a:p>
                      <a:pPr algn="l">
                        <a:buNone/>
                      </a:pPr>
                      <a:r>
                        <a:rPr sz="1875" b="0">
                          <a:solidFill>
                            <a:srgbClr val="111111"/>
                          </a:solidFill>
                          <a:latin typeface="Aptos"/>
                          <a:ea typeface="Aptos"/>
                          <a:cs typeface="Aptos"/>
                        </a:rPr>
                        <a:t>Sandwiches</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r h="476250">
                <a:tc>
                  <a:txBody>
                    <a:bodyPr/>
                    <a:lstStyle/>
                    <a:p>
                      <a:pPr algn="l">
                        <a:buNone/>
                      </a:pPr>
                      <a:r>
                        <a:rPr sz="1875" b="0">
                          <a:solidFill>
                            <a:srgbClr val="111111"/>
                          </a:solidFill>
                          <a:latin typeface="Aptos"/>
                          <a:ea typeface="Aptos"/>
                          <a:cs typeface="Aptos"/>
                        </a:rPr>
                        <a:t>Dumplings</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476250">
                <a:tc>
                  <a:txBody>
                    <a:bodyPr/>
                    <a:lstStyle/>
                    <a:p>
                      <a:pPr algn="l">
                        <a:buNone/>
                      </a:pPr>
                      <a:r>
                        <a:rPr sz="1875" b="0">
                          <a:solidFill>
                            <a:srgbClr val="111111"/>
                          </a:solidFill>
                          <a:latin typeface="Aptos"/>
                          <a:ea typeface="Aptos"/>
                          <a:cs typeface="Aptos"/>
                        </a:rPr>
                        <a:t>Total</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bl>
          </a:graphicData>
        </a:graphic>
      </p:graphicFrame>
      <p:sp>
        <p:nvSpPr>
          <p:cNvPr id="87" name="Text">
            <a:extLst xmlns:a="http://schemas.openxmlformats.org/drawingml/2006/main">
              <a:ext uri="{FF2B5EF4-FFF2-40B4-BE49-F238E27FC236}">
                <a16:creationId xmlns:a16="http://schemas.microsoft.com/office/drawing/2014/main" id="{7D69A555-BD12-41EF-A19B-423C8B03A6DE}"/>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3 minutes  •  Check that you have counted all 40 responses.</a:t>
            </a:r>
          </a:p>
        </p:txBody>
      </p:sp>
    </p:spTree>
    <p:extLst>
      <p:ext uri="{BB962C8B-B14F-4D97-AF65-F5344CB8AC3E}">
        <p14:creationId xmlns:p14="http://schemas.microsoft.com/office/powerpoint/2010/main" val="108360990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Slide title">
            <a:extLst xmlns:a="http://schemas.openxmlformats.org/drawingml/2006/main">
              <a:ext uri="{FF2B5EF4-FFF2-40B4-BE49-F238E27FC236}">
                <a16:creationId xmlns:a16="http://schemas.microsoft.com/office/drawing/2014/main" id="{3212761E-5A29-4CE4-B14B-27570B199F4F}"/>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Check the frequencies</a:t>
            </a:r>
          </a:p>
        </p:txBody>
      </p:sp>
      <p:sp>
        <p:nvSpPr>
          <p:cNvPr id="2" name="Text">
            <a:extLst xmlns:a="http://schemas.openxmlformats.org/drawingml/2006/main">
              <a:ext uri="{FF2B5EF4-FFF2-40B4-BE49-F238E27FC236}">
                <a16:creationId xmlns:a16="http://schemas.microsoft.com/office/drawing/2014/main" id="{4E04BDEA-AF9E-43D8-B9B0-F5741E2BA463}"/>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Frequency means how many times a category occurs.</a:t>
            </a:r>
          </a:p>
        </p:txBody>
      </p:sp>
      <p:sp>
        <p:nvSpPr>
          <p:cNvPr id="3" name="Rectangle 2">
            <a:extLst xmlns:a="http://schemas.openxmlformats.org/drawingml/2006/main">
              <a:ext uri="{FF2B5EF4-FFF2-40B4-BE49-F238E27FC236}">
                <a16:creationId xmlns:a16="http://schemas.microsoft.com/office/drawing/2014/main" id="{0F551FF8-BF41-4DD8-BF72-DEECA422964B}"/>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Exercise reference">
            <a:extLst xmlns:a="http://schemas.openxmlformats.org/drawingml/2006/main">
              <a:ext uri="{FF2B5EF4-FFF2-40B4-BE49-F238E27FC236}">
                <a16:creationId xmlns:a16="http://schemas.microsoft.com/office/drawing/2014/main" id="{D0B28930-6D25-4676-B767-6C00A78F1CA9}"/>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A1a</a:t>
            </a:r>
          </a:p>
        </p:txBody>
      </p:sp>
      <p:graphicFrame>
        <p:nvGraphicFramePr>
          <p:cNvPr id="16" name="Table 15"/>
          <p:cNvGraphicFramePr/>
          <p:nvPr/>
        </p:nvGraphicFramePr>
        <p:xfrm>
          <a:off xmlns:a="http://schemas.openxmlformats.org/drawingml/2006/main" x="619125" y="2857500"/>
          <a:ext xmlns:a="http://schemas.openxmlformats.org/drawingml/2006/main" cx="5667375" cy="2857500"/>
        </p:xfrm>
        <a:graphic xmlns:a="http://schemas.openxmlformats.org/drawingml/2006/main">
          <a:graphicData uri="http://schemas.openxmlformats.org/drawingml/2006/table">
            <a:tbl>
              <a:tblPr firstRow="1"/>
              <a:tblGrid>
                <a:gridCol w="3571875"/>
                <a:gridCol w="2095500"/>
              </a:tblGrid>
              <a:tr h="476250">
                <a:tc>
                  <a:txBody>
                    <a:bodyPr/>
                    <a:lstStyle/>
                    <a:p>
                      <a:pPr algn="l">
                        <a:buNone/>
                      </a:pPr>
                      <a:r>
                        <a:rPr sz="2175" b="1">
                          <a:solidFill>
                            <a:srgbClr val="FFFFFF"/>
                          </a:solidFill>
                          <a:latin typeface="Aptos"/>
                          <a:ea typeface="Aptos"/>
                          <a:cs typeface="Aptos"/>
                        </a:rPr>
                        <a:t>Lunch option</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Frequency</a:t>
                      </a:r>
                    </a:p>
                  </a:txBody>
                  <a:tcPr marL="91440" marR="91440" marT="45720" marB="45720" anchor="ctr">
                    <a:solidFill>
                      <a:srgbClr val="D6171D"/>
                    </a:solidFill>
                  </a:tcPr>
                </a:tc>
              </a:tr>
              <a:tr h="476250">
                <a:tc>
                  <a:txBody>
                    <a:bodyPr/>
                    <a:lstStyle/>
                    <a:p>
                      <a:pPr algn="l">
                        <a:buNone/>
                      </a:pPr>
                      <a:r>
                        <a:rPr sz="2175" b="0">
                          <a:solidFill>
                            <a:srgbClr val="111111"/>
                          </a:solidFill>
                          <a:latin typeface="Aptos"/>
                          <a:ea typeface="Aptos"/>
                          <a:cs typeface="Aptos"/>
                        </a:rPr>
                        <a:t>Noodles</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12</a:t>
                      </a:r>
                    </a:p>
                  </a:txBody>
                  <a:tcPr marL="91440" marR="91440" marT="45720" marB="45720" anchor="ctr">
                    <a:solidFill>
                      <a:srgbClr val="FFFFFF"/>
                    </a:solidFill>
                  </a:tcPr>
                </a:tc>
              </a:tr>
              <a:tr h="476250">
                <a:tc>
                  <a:txBody>
                    <a:bodyPr/>
                    <a:lstStyle/>
                    <a:p>
                      <a:pPr algn="l">
                        <a:buNone/>
                      </a:pPr>
                      <a:r>
                        <a:rPr sz="2175" b="0">
                          <a:solidFill>
                            <a:srgbClr val="111111"/>
                          </a:solidFill>
                          <a:latin typeface="Aptos"/>
                          <a:ea typeface="Aptos"/>
                          <a:cs typeface="Aptos"/>
                        </a:rPr>
                        <a:t>Rice bowls</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10</a:t>
                      </a:r>
                    </a:p>
                  </a:txBody>
                  <a:tcPr marL="91440" marR="91440" marT="45720" marB="45720" anchor="ctr">
                    <a:solidFill>
                      <a:srgbClr val="EEF8FE"/>
                    </a:solidFill>
                  </a:tcPr>
                </a:tc>
              </a:tr>
              <a:tr h="476250">
                <a:tc>
                  <a:txBody>
                    <a:bodyPr/>
                    <a:lstStyle/>
                    <a:p>
                      <a:pPr algn="l">
                        <a:buNone/>
                      </a:pPr>
                      <a:r>
                        <a:rPr sz="2175" b="0">
                          <a:solidFill>
                            <a:srgbClr val="111111"/>
                          </a:solidFill>
                          <a:latin typeface="Aptos"/>
                          <a:ea typeface="Aptos"/>
                          <a:cs typeface="Aptos"/>
                        </a:rPr>
                        <a:t>Sandwiches</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8</a:t>
                      </a:r>
                    </a:p>
                  </a:txBody>
                  <a:tcPr marL="91440" marR="91440" marT="45720" marB="45720" anchor="ctr">
                    <a:solidFill>
                      <a:srgbClr val="FFFFFF"/>
                    </a:solidFill>
                  </a:tcPr>
                </a:tc>
              </a:tr>
              <a:tr h="476250">
                <a:tc>
                  <a:txBody>
                    <a:bodyPr/>
                    <a:lstStyle/>
                    <a:p>
                      <a:pPr algn="l">
                        <a:buNone/>
                      </a:pPr>
                      <a:r>
                        <a:rPr sz="2175" b="0">
                          <a:solidFill>
                            <a:srgbClr val="111111"/>
                          </a:solidFill>
                          <a:latin typeface="Aptos"/>
                          <a:ea typeface="Aptos"/>
                          <a:cs typeface="Aptos"/>
                        </a:rPr>
                        <a:t>Dumplings</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10</a:t>
                      </a:r>
                    </a:p>
                  </a:txBody>
                  <a:tcPr marL="91440" marR="91440" marT="45720" marB="45720" anchor="ctr">
                    <a:solidFill>
                      <a:srgbClr val="EEF8FE"/>
                    </a:solidFill>
                  </a:tcPr>
                </a:tc>
              </a:tr>
              <a:tr h="476250">
                <a:tc>
                  <a:txBody>
                    <a:bodyPr/>
                    <a:lstStyle/>
                    <a:p>
                      <a:pPr algn="l">
                        <a:buNone/>
                      </a:pPr>
                      <a:r>
                        <a:rPr sz="2175" b="0">
                          <a:solidFill>
                            <a:srgbClr val="111111"/>
                          </a:solidFill>
                          <a:latin typeface="Aptos"/>
                          <a:ea typeface="Aptos"/>
                          <a:cs typeface="Aptos"/>
                        </a:rPr>
                        <a:t>Total</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40</a:t>
                      </a: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C2278978-977D-44CB-BC42-A12F2DF30B69}"/>
              </a:ext>
            </a:extLst>
          </p:cNvPr>
          <p:cNvSpPr>
            <a:spLocks xmlns:a="http://schemas.openxmlformats.org/drawingml/2006/main" noGrp="1"/>
          </p:cNvSpPr>
          <p:nvPr/>
        </p:nvSpPr>
        <p:spPr>
          <a:xfrm xmlns:a="http://schemas.openxmlformats.org/drawingml/2006/main">
            <a:off x="6858000" y="3114675"/>
            <a:ext cx="4333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150" b="1">
                <a:solidFill>
                  <a:srgbClr val="111111"/>
                </a:solidFill>
                <a:latin typeface="Aptos"/>
                <a:ea typeface="Aptos"/>
                <a:cs typeface="Aptos"/>
              </a:defRPr>
            </a:pPr>
            <a:r>
              <a:rPr sz="3150" b="1">
                <a:solidFill>
                  <a:srgbClr val="111111"/>
                </a:solidFill>
                <a:latin typeface="Aptos"/>
                <a:ea typeface="Aptos"/>
                <a:cs typeface="Aptos"/>
              </a:rPr>
              <a:t>12 + 10 + 8 + 10</a:t>
            </a:r>
          </a:p>
        </p:txBody>
      </p:sp>
      <p:sp>
        <p:nvSpPr>
          <p:cNvPr id="7" name="Text">
            <a:extLst xmlns:a="http://schemas.openxmlformats.org/drawingml/2006/main">
              <a:ext uri="{FF2B5EF4-FFF2-40B4-BE49-F238E27FC236}">
                <a16:creationId xmlns:a16="http://schemas.microsoft.com/office/drawing/2014/main" id="{3FA13EB4-B364-4F89-9924-B9025EB53DF1}"/>
              </a:ext>
            </a:extLst>
          </p:cNvPr>
          <p:cNvSpPr>
            <a:spLocks xmlns:a="http://schemas.openxmlformats.org/drawingml/2006/main" noGrp="1"/>
          </p:cNvSpPr>
          <p:nvPr/>
        </p:nvSpPr>
        <p:spPr>
          <a:xfrm xmlns:a="http://schemas.openxmlformats.org/drawingml/2006/main">
            <a:off x="6858000" y="3790950"/>
            <a:ext cx="4333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650" b="1">
                <a:solidFill>
                  <a:srgbClr val="D6171D"/>
                </a:solidFill>
                <a:latin typeface="Aptos"/>
                <a:ea typeface="Aptos"/>
                <a:cs typeface="Aptos"/>
              </a:defRPr>
            </a:pPr>
            <a:r>
              <a:rPr sz="4650" b="1">
                <a:solidFill>
                  <a:srgbClr val="D6171D"/>
                </a:solidFill>
                <a:latin typeface="Aptos"/>
                <a:ea typeface="Aptos"/>
                <a:cs typeface="Aptos"/>
              </a:rPr>
              <a:t>= 40</a:t>
            </a:r>
          </a:p>
        </p:txBody>
      </p:sp>
      <p:sp>
        <p:nvSpPr>
          <p:cNvPr id="8" name="Text">
            <a:extLst xmlns:a="http://schemas.openxmlformats.org/drawingml/2006/main">
              <a:ext uri="{FF2B5EF4-FFF2-40B4-BE49-F238E27FC236}">
                <a16:creationId xmlns:a16="http://schemas.microsoft.com/office/drawing/2014/main" id="{D562E6A9-4259-4EE2-8C10-76F16ED4A7C2}"/>
              </a:ext>
            </a:extLst>
          </p:cNvPr>
          <p:cNvSpPr>
            <a:spLocks xmlns:a="http://schemas.openxmlformats.org/drawingml/2006/main" noGrp="1"/>
          </p:cNvSpPr>
          <p:nvPr/>
        </p:nvSpPr>
        <p:spPr>
          <a:xfrm xmlns:a="http://schemas.openxmlformats.org/drawingml/2006/main">
            <a:off x="6858000" y="4829175"/>
            <a:ext cx="4333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One response per student.</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Total frequency = 40 students.</a:t>
            </a:r>
          </a:p>
        </p:txBody>
      </p:sp>
      <p:sp>
        <p:nvSpPr>
          <p:cNvPr id="9" name="Text">
            <a:extLst xmlns:a="http://schemas.openxmlformats.org/drawingml/2006/main">
              <a:ext uri="{FF2B5EF4-FFF2-40B4-BE49-F238E27FC236}">
                <a16:creationId xmlns:a16="http://schemas.microsoft.com/office/drawing/2014/main" id="{179EDD2E-D16B-45BA-8F95-4783E54DB328}"/>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Correct your counts before moving to percentages.</a:t>
            </a:r>
          </a:p>
        </p:txBody>
      </p:sp>
    </p:spTree>
    <p:extLst>
      <p:ext uri="{BB962C8B-B14F-4D97-AF65-F5344CB8AC3E}">
        <p14:creationId xmlns:p14="http://schemas.microsoft.com/office/powerpoint/2010/main" val="132357045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8" name="Slide title">
            <a:extLst xmlns:a="http://schemas.openxmlformats.org/drawingml/2006/main">
              <a:ext uri="{FF2B5EF4-FFF2-40B4-BE49-F238E27FC236}">
                <a16:creationId xmlns:a16="http://schemas.microsoft.com/office/drawing/2014/main" id="{B58DA850-3C35-412C-ABFD-1782B7D1DBE2}"/>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Frequency, share and percentage</a:t>
            </a:r>
          </a:p>
        </p:txBody>
      </p:sp>
      <p:sp>
        <p:nvSpPr>
          <p:cNvPr id="2" name="Text">
            <a:extLst xmlns:a="http://schemas.openxmlformats.org/drawingml/2006/main">
              <a:ext uri="{FF2B5EF4-FFF2-40B4-BE49-F238E27FC236}">
                <a16:creationId xmlns:a16="http://schemas.microsoft.com/office/drawing/2014/main" id="{5B578BF5-2A2F-47F9-8B5F-A5265ECCBAF1}"/>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Frequency answers “how many?” The other two express a share.</a:t>
            </a:r>
          </a:p>
        </p:txBody>
      </p:sp>
      <p:sp>
        <p:nvSpPr>
          <p:cNvPr id="3" name="Text">
            <a:extLst xmlns:a="http://schemas.openxmlformats.org/drawingml/2006/main">
              <a:ext uri="{FF2B5EF4-FFF2-40B4-BE49-F238E27FC236}">
                <a16:creationId xmlns:a16="http://schemas.microsoft.com/office/drawing/2014/main" id="{C7B0A29C-40EA-444C-9D48-A0491EEE9C3D}"/>
              </a:ext>
            </a:extLst>
          </p:cNvPr>
          <p:cNvSpPr>
            <a:spLocks xmlns:a="http://schemas.openxmlformats.org/drawingml/2006/main" noGrp="1"/>
          </p:cNvSpPr>
          <p:nvPr/>
        </p:nvSpPr>
        <p:spPr>
          <a:xfrm xmlns:a="http://schemas.openxmlformats.org/drawingml/2006/main">
            <a:off x="619125" y="28860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111111"/>
                </a:solidFill>
                <a:latin typeface="Aptos"/>
                <a:ea typeface="Aptos"/>
                <a:cs typeface="Aptos"/>
              </a:defRPr>
            </a:pPr>
            <a:r>
              <a:rPr sz="2475" b="1">
                <a:solidFill>
                  <a:srgbClr val="111111"/>
                </a:solidFill>
                <a:latin typeface="Aptos"/>
                <a:ea typeface="Aptos"/>
                <a:cs typeface="Aptos"/>
              </a:rPr>
              <a:t>Relative frequency</a:t>
            </a:r>
          </a:p>
        </p:txBody>
      </p:sp>
      <p:sp>
        <p:nvSpPr>
          <p:cNvPr id="4" name="Text">
            <a:extLst xmlns:a="http://schemas.openxmlformats.org/drawingml/2006/main">
              <a:ext uri="{FF2B5EF4-FFF2-40B4-BE49-F238E27FC236}">
                <a16:creationId xmlns:a16="http://schemas.microsoft.com/office/drawing/2014/main" id="{46A833C5-15DB-425F-8E37-B40844F4BC1A}"/>
              </a:ext>
            </a:extLst>
          </p:cNvPr>
          <p:cNvSpPr>
            <a:spLocks xmlns:a="http://schemas.openxmlformats.org/drawingml/2006/main" noGrp="1"/>
          </p:cNvSpPr>
          <p:nvPr/>
        </p:nvSpPr>
        <p:spPr>
          <a:xfrm xmlns:a="http://schemas.openxmlformats.org/drawingml/2006/main">
            <a:off x="2466975" y="3362325"/>
            <a:ext cx="76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f</a:t>
            </a:r>
          </a:p>
        </p:txBody>
      </p:sp>
      <p:sp>
        <p:nvSpPr>
          <p:cNvPr id="5" name="Freeform 4">
            <a:extLst xmlns:a="http://schemas.openxmlformats.org/drawingml/2006/main">
              <a:ext uri="{FF2B5EF4-FFF2-40B4-BE49-F238E27FC236}">
                <a16:creationId xmlns:a16="http://schemas.microsoft.com/office/drawing/2014/main" id="{BE8FD5B0-FF6C-4F38-B77D-50D92149BE9C}"/>
              </a:ext>
            </a:extLst>
          </p:cNvPr>
          <p:cNvSpPr>
            <a:spLocks xmlns:a="http://schemas.openxmlformats.org/drawingml/2006/main" noGrp="1"/>
          </p:cNvSpPr>
          <p:nvPr/>
        </p:nvSpPr>
        <p:spPr>
          <a:xfrm xmlns:a="http://schemas.openxmlformats.org/drawingml/2006/main">
            <a:off x="2466975" y="3810000"/>
            <a:ext cx="762000" cy="953"/>
          </a:xfrm>
          <a:custGeom xmlns:a="http://schemas.openxmlformats.org/drawingml/2006/main">
            <a:rect l="0" t="0" r="0" b="0"/>
            <a:pathLst>
              <a:path w="762000" h="953">
                <a:moveTo>
                  <a:pt x="0" y="0"/>
                </a:moveTo>
                <a:lnTo>
                  <a:pt x="76200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9E0B5233-7B61-48F3-8395-E9858732798D}"/>
              </a:ext>
            </a:extLst>
          </p:cNvPr>
          <p:cNvSpPr>
            <a:spLocks xmlns:a="http://schemas.openxmlformats.org/drawingml/2006/main" noGrp="1"/>
          </p:cNvSpPr>
          <p:nvPr/>
        </p:nvSpPr>
        <p:spPr>
          <a:xfrm xmlns:a="http://schemas.openxmlformats.org/drawingml/2006/main">
            <a:off x="2466975" y="3876675"/>
            <a:ext cx="76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n</a:t>
            </a:r>
          </a:p>
        </p:txBody>
      </p:sp>
      <p:sp>
        <p:nvSpPr>
          <p:cNvPr id="7" name="Text">
            <a:extLst xmlns:a="http://schemas.openxmlformats.org/drawingml/2006/main">
              <a:ext uri="{FF2B5EF4-FFF2-40B4-BE49-F238E27FC236}">
                <a16:creationId xmlns:a16="http://schemas.microsoft.com/office/drawing/2014/main" id="{D86D2D5E-3C5C-4A3E-AB63-1C5F771318A6}"/>
              </a:ext>
            </a:extLst>
          </p:cNvPr>
          <p:cNvSpPr>
            <a:spLocks xmlns:a="http://schemas.openxmlformats.org/drawingml/2006/main" noGrp="1"/>
          </p:cNvSpPr>
          <p:nvPr/>
        </p:nvSpPr>
        <p:spPr>
          <a:xfrm xmlns:a="http://schemas.openxmlformats.org/drawingml/2006/main">
            <a:off x="1952625" y="3381375"/>
            <a:ext cx="42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0">
                <a:solidFill>
                  <a:srgbClr val="111111"/>
                </a:solidFill>
                <a:latin typeface="Aptos"/>
                <a:ea typeface="Aptos"/>
                <a:cs typeface="Aptos"/>
              </a:defRPr>
            </a:pPr>
            <a:r>
              <a:rPr sz="2925" b="0">
                <a:solidFill>
                  <a:srgbClr val="111111"/>
                </a:solidFill>
                <a:latin typeface="Aptos"/>
                <a:ea typeface="Aptos"/>
                <a:cs typeface="Aptos"/>
              </a:rPr>
              <a:t>=</a:t>
            </a:r>
          </a:p>
        </p:txBody>
      </p:sp>
      <p:sp>
        <p:nvSpPr>
          <p:cNvPr id="8" name="Text">
            <a:extLst xmlns:a="http://schemas.openxmlformats.org/drawingml/2006/main">
              <a:ext uri="{FF2B5EF4-FFF2-40B4-BE49-F238E27FC236}">
                <a16:creationId xmlns:a16="http://schemas.microsoft.com/office/drawing/2014/main" id="{1A37F8FD-658E-430D-BAFF-D87DF3C54435}"/>
              </a:ext>
            </a:extLst>
          </p:cNvPr>
          <p:cNvSpPr>
            <a:spLocks xmlns:a="http://schemas.openxmlformats.org/drawingml/2006/main" noGrp="1"/>
          </p:cNvSpPr>
          <p:nvPr/>
        </p:nvSpPr>
        <p:spPr>
          <a:xfrm xmlns:a="http://schemas.openxmlformats.org/drawingml/2006/main">
            <a:off x="619125" y="4514850"/>
            <a:ext cx="5334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Useful for calculations and for</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comparing different group sizes.</a:t>
            </a:r>
          </a:p>
        </p:txBody>
      </p:sp>
      <p:sp>
        <p:nvSpPr>
          <p:cNvPr id="9" name="Text">
            <a:extLst xmlns:a="http://schemas.openxmlformats.org/drawingml/2006/main">
              <a:ext uri="{FF2B5EF4-FFF2-40B4-BE49-F238E27FC236}">
                <a16:creationId xmlns:a16="http://schemas.microsoft.com/office/drawing/2014/main" id="{351FD0EB-FBA7-4517-A3AD-41E254077703}"/>
              </a:ext>
            </a:extLst>
          </p:cNvPr>
          <p:cNvSpPr>
            <a:spLocks xmlns:a="http://schemas.openxmlformats.org/drawingml/2006/main" noGrp="1"/>
          </p:cNvSpPr>
          <p:nvPr/>
        </p:nvSpPr>
        <p:spPr>
          <a:xfrm xmlns:a="http://schemas.openxmlformats.org/drawingml/2006/main">
            <a:off x="6477000" y="2886075"/>
            <a:ext cx="5095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111111"/>
                </a:solidFill>
                <a:latin typeface="Aptos"/>
                <a:ea typeface="Aptos"/>
                <a:cs typeface="Aptos"/>
              </a:defRPr>
            </a:pPr>
            <a:r>
              <a:rPr sz="2475" b="1">
                <a:solidFill>
                  <a:srgbClr val="111111"/>
                </a:solidFill>
                <a:latin typeface="Aptos"/>
                <a:ea typeface="Aptos"/>
                <a:cs typeface="Aptos"/>
              </a:rPr>
              <a:t>Percentage frequency</a:t>
            </a:r>
          </a:p>
        </p:txBody>
      </p:sp>
      <p:sp>
        <p:nvSpPr>
          <p:cNvPr id="10" name="Text">
            <a:extLst xmlns:a="http://schemas.openxmlformats.org/drawingml/2006/main">
              <a:ext uri="{FF2B5EF4-FFF2-40B4-BE49-F238E27FC236}">
                <a16:creationId xmlns:a16="http://schemas.microsoft.com/office/drawing/2014/main" id="{AC9E9F54-5BDD-4B56-8BD9-B96CA4194304}"/>
              </a:ext>
            </a:extLst>
          </p:cNvPr>
          <p:cNvSpPr>
            <a:spLocks xmlns:a="http://schemas.openxmlformats.org/drawingml/2006/main" noGrp="1"/>
          </p:cNvSpPr>
          <p:nvPr/>
        </p:nvSpPr>
        <p:spPr>
          <a:xfrm xmlns:a="http://schemas.openxmlformats.org/drawingml/2006/main">
            <a:off x="7991475" y="3362325"/>
            <a:ext cx="76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f</a:t>
            </a:r>
          </a:p>
        </p:txBody>
      </p:sp>
      <p:sp>
        <p:nvSpPr>
          <p:cNvPr id="11" name="Freeform 10">
            <a:extLst xmlns:a="http://schemas.openxmlformats.org/drawingml/2006/main">
              <a:ext uri="{FF2B5EF4-FFF2-40B4-BE49-F238E27FC236}">
                <a16:creationId xmlns:a16="http://schemas.microsoft.com/office/drawing/2014/main" id="{AC0E1DE6-2188-405C-B75B-F0E7337A8124}"/>
              </a:ext>
            </a:extLst>
          </p:cNvPr>
          <p:cNvSpPr>
            <a:spLocks xmlns:a="http://schemas.openxmlformats.org/drawingml/2006/main" noGrp="1"/>
          </p:cNvSpPr>
          <p:nvPr/>
        </p:nvSpPr>
        <p:spPr>
          <a:xfrm xmlns:a="http://schemas.openxmlformats.org/drawingml/2006/main">
            <a:off x="7991475" y="3810000"/>
            <a:ext cx="762000" cy="953"/>
          </a:xfrm>
          <a:custGeom xmlns:a="http://schemas.openxmlformats.org/drawingml/2006/main">
            <a:rect l="0" t="0" r="0" b="0"/>
            <a:pathLst>
              <a:path w="762000" h="953">
                <a:moveTo>
                  <a:pt x="0" y="0"/>
                </a:moveTo>
                <a:lnTo>
                  <a:pt x="76200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3CC62371-1486-4EC9-854C-9C4CDA1B69D8}"/>
              </a:ext>
            </a:extLst>
          </p:cNvPr>
          <p:cNvSpPr>
            <a:spLocks xmlns:a="http://schemas.openxmlformats.org/drawingml/2006/main" noGrp="1"/>
          </p:cNvSpPr>
          <p:nvPr/>
        </p:nvSpPr>
        <p:spPr>
          <a:xfrm xmlns:a="http://schemas.openxmlformats.org/drawingml/2006/main">
            <a:off x="7991475" y="3876675"/>
            <a:ext cx="762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n</a:t>
            </a:r>
          </a:p>
        </p:txBody>
      </p:sp>
      <p:sp>
        <p:nvSpPr>
          <p:cNvPr id="13" name="Text">
            <a:extLst xmlns:a="http://schemas.openxmlformats.org/drawingml/2006/main">
              <a:ext uri="{FF2B5EF4-FFF2-40B4-BE49-F238E27FC236}">
                <a16:creationId xmlns:a16="http://schemas.microsoft.com/office/drawing/2014/main" id="{602BDD6E-3EE0-49B1-A9AD-9A2536ABACD8}"/>
              </a:ext>
            </a:extLst>
          </p:cNvPr>
          <p:cNvSpPr>
            <a:spLocks xmlns:a="http://schemas.openxmlformats.org/drawingml/2006/main" noGrp="1"/>
          </p:cNvSpPr>
          <p:nvPr/>
        </p:nvSpPr>
        <p:spPr>
          <a:xfrm xmlns:a="http://schemas.openxmlformats.org/drawingml/2006/main">
            <a:off x="7496175" y="3381375"/>
            <a:ext cx="428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0">
                <a:solidFill>
                  <a:srgbClr val="111111"/>
                </a:solidFill>
                <a:latin typeface="Aptos"/>
                <a:ea typeface="Aptos"/>
                <a:cs typeface="Aptos"/>
              </a:defRPr>
            </a:pPr>
            <a:r>
              <a:rPr sz="2925" b="0">
                <a:solidFill>
                  <a:srgbClr val="111111"/>
                </a:solidFill>
                <a:latin typeface="Aptos"/>
                <a:ea typeface="Aptos"/>
                <a:cs typeface="Aptos"/>
              </a:rPr>
              <a:t>=</a:t>
            </a:r>
          </a:p>
        </p:txBody>
      </p:sp>
      <p:sp>
        <p:nvSpPr>
          <p:cNvPr id="14" name="Text">
            <a:extLst xmlns:a="http://schemas.openxmlformats.org/drawingml/2006/main">
              <a:ext uri="{FF2B5EF4-FFF2-40B4-BE49-F238E27FC236}">
                <a16:creationId xmlns:a16="http://schemas.microsoft.com/office/drawing/2014/main" id="{9F7702D0-41E5-4D03-9C67-6BA5B85FB6F9}"/>
              </a:ext>
            </a:extLst>
          </p:cNvPr>
          <p:cNvSpPr>
            <a:spLocks xmlns:a="http://schemas.openxmlformats.org/drawingml/2006/main" noGrp="1"/>
          </p:cNvSpPr>
          <p:nvPr/>
        </p:nvSpPr>
        <p:spPr>
          <a:xfrm xmlns:a="http://schemas.openxmlformats.org/drawingml/2006/main">
            <a:off x="9001125" y="3381375"/>
            <a:ext cx="252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0">
                <a:solidFill>
                  <a:srgbClr val="111111"/>
                </a:solidFill>
                <a:latin typeface="Aptos"/>
                <a:ea typeface="Aptos"/>
                <a:cs typeface="Aptos"/>
              </a:defRPr>
            </a:pPr>
            <a:r>
              <a:rPr sz="2925" b="0">
                <a:solidFill>
                  <a:srgbClr val="111111"/>
                </a:solidFill>
                <a:latin typeface="Aptos"/>
                <a:ea typeface="Aptos"/>
                <a:cs typeface="Aptos"/>
              </a:rPr>
              <a:t>× 100%</a:t>
            </a:r>
          </a:p>
        </p:txBody>
      </p:sp>
      <p:sp>
        <p:nvSpPr>
          <p:cNvPr id="15" name="Text">
            <a:extLst xmlns:a="http://schemas.openxmlformats.org/drawingml/2006/main">
              <a:ext uri="{FF2B5EF4-FFF2-40B4-BE49-F238E27FC236}">
                <a16:creationId xmlns:a16="http://schemas.microsoft.com/office/drawing/2014/main" id="{268B4776-1629-4A23-A9F4-33C734B7E2E1}"/>
              </a:ext>
            </a:extLst>
          </p:cNvPr>
          <p:cNvSpPr>
            <a:spLocks xmlns:a="http://schemas.openxmlformats.org/drawingml/2006/main" noGrp="1"/>
          </p:cNvSpPr>
          <p:nvPr/>
        </p:nvSpPr>
        <p:spPr>
          <a:xfrm xmlns:a="http://schemas.openxmlformats.org/drawingml/2006/main">
            <a:off x="6477000" y="4514850"/>
            <a:ext cx="5095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111111"/>
                </a:solidFill>
                <a:latin typeface="Aptos"/>
                <a:ea typeface="Aptos"/>
                <a:cs typeface="Aptos"/>
              </a:defRPr>
            </a:pPr>
            <a:r>
              <a:rPr sz="2100" b="0">
                <a:solidFill>
                  <a:srgbClr val="111111"/>
                </a:solidFill>
                <a:latin typeface="Aptos"/>
                <a:ea typeface="Aptos"/>
                <a:cs typeface="Aptos"/>
              </a:rPr>
              <a:t>The same share, expressed out of 100.</a:t>
            </a:r>
          </a:p>
          <a:p xmlns:a="http://schemas.openxmlformats.org/drawingml/2006/main">
            <a:pPr algn="l">
              <a:buNone/>
              <a:defRPr sz="2100" b="0">
                <a:solidFill>
                  <a:srgbClr val="111111"/>
                </a:solidFill>
                <a:latin typeface="Aptos"/>
                <a:ea typeface="Aptos"/>
                <a:cs typeface="Aptos"/>
              </a:defRPr>
            </a:pPr>
            <a:r>
              <a:rPr sz="2100" b="0">
                <a:solidFill>
                  <a:srgbClr val="111111"/>
                </a:solidFill>
                <a:latin typeface="Aptos"/>
                <a:ea typeface="Aptos"/>
                <a:cs typeface="Aptos"/>
              </a:rPr>
              <a:t>Often easier to report to other people.</a:t>
            </a:r>
          </a:p>
        </p:txBody>
      </p:sp>
      <p:sp>
        <p:nvSpPr>
          <p:cNvPr id="16" name="Text">
            <a:extLst xmlns:a="http://schemas.openxmlformats.org/drawingml/2006/main">
              <a:ext uri="{FF2B5EF4-FFF2-40B4-BE49-F238E27FC236}">
                <a16:creationId xmlns:a16="http://schemas.microsoft.com/office/drawing/2014/main" id="{91A38819-C70D-412F-829A-5BA64AAFC170}"/>
              </a:ext>
            </a:extLst>
          </p:cNvPr>
          <p:cNvSpPr>
            <a:spLocks xmlns:a="http://schemas.openxmlformats.org/drawingml/2006/main" noGrp="1"/>
          </p:cNvSpPr>
          <p:nvPr/>
        </p:nvSpPr>
        <p:spPr>
          <a:xfrm xmlns:a="http://schemas.openxmlformats.org/drawingml/2006/main">
            <a:off x="619125" y="54673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11111"/>
                </a:solidFill>
                <a:latin typeface="Aptos"/>
                <a:ea typeface="Aptos"/>
                <a:cs typeface="Aptos"/>
              </a:defRPr>
            </a:pPr>
            <a:r>
              <a:rPr sz="2550" b="1">
                <a:solidFill>
                  <a:srgbClr val="111111"/>
                </a:solidFill>
                <a:latin typeface="Aptos"/>
                <a:ea typeface="Aptos"/>
                <a:cs typeface="Aptos"/>
              </a:rPr>
              <a:t>Noodles: 12 ÷ 40 = 0.30 = 30%</a:t>
            </a:r>
          </a:p>
        </p:txBody>
      </p:sp>
      <p:sp>
        <p:nvSpPr>
          <p:cNvPr id="17" name="Text">
            <a:extLst xmlns:a="http://schemas.openxmlformats.org/drawingml/2006/main">
              <a:ext uri="{FF2B5EF4-FFF2-40B4-BE49-F238E27FC236}">
                <a16:creationId xmlns:a16="http://schemas.microsoft.com/office/drawing/2014/main" id="{B2ADD2BF-143A-47E0-82D7-F1F2867078D7}"/>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f = frequency in the category. n = total observations.</a:t>
            </a:r>
          </a:p>
        </p:txBody>
      </p:sp>
    </p:spTree>
    <p:extLst>
      <p:ext uri="{BB962C8B-B14F-4D97-AF65-F5344CB8AC3E}">
        <p14:creationId xmlns:p14="http://schemas.microsoft.com/office/powerpoint/2010/main" val="10368403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E8FC2F1E-A742-426B-87CA-2C6F36CEB579}"/>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Complete the table</a:t>
            </a:r>
          </a:p>
        </p:txBody>
      </p:sp>
      <p:sp>
        <p:nvSpPr>
          <p:cNvPr id="2" name="Text">
            <a:extLst xmlns:a="http://schemas.openxmlformats.org/drawingml/2006/main">
              <a:ext uri="{FF2B5EF4-FFF2-40B4-BE49-F238E27FC236}">
                <a16:creationId xmlns:a16="http://schemas.microsoft.com/office/drawing/2014/main" id="{FFE582D5-166C-4935-A167-F9761F512ED1}"/>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Find each relative frequency and percentage.</a:t>
            </a:r>
          </a:p>
        </p:txBody>
      </p:sp>
      <p:sp>
        <p:nvSpPr>
          <p:cNvPr id="3" name="Rectangle 2">
            <a:extLst xmlns:a="http://schemas.openxmlformats.org/drawingml/2006/main">
              <a:ext uri="{FF2B5EF4-FFF2-40B4-BE49-F238E27FC236}">
                <a16:creationId xmlns:a16="http://schemas.microsoft.com/office/drawing/2014/main" id="{74B3F1C5-F292-48C9-880B-0D7194746D1A}"/>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Exercise reference">
            <a:extLst xmlns:a="http://schemas.openxmlformats.org/drawingml/2006/main">
              <a:ext uri="{FF2B5EF4-FFF2-40B4-BE49-F238E27FC236}">
                <a16:creationId xmlns:a16="http://schemas.microsoft.com/office/drawing/2014/main" id="{CE3A43DC-7562-4F72-B2CE-391376B961CC}"/>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A1b</a:t>
            </a:r>
          </a:p>
        </p:txBody>
      </p:sp>
      <p:graphicFrame>
        <p:nvGraphicFramePr>
          <p:cNvPr id="13" name="Table 12"/>
          <p:cNvGraphicFramePr/>
          <p:nvPr/>
        </p:nvGraphicFramePr>
        <p:xfrm>
          <a:off xmlns:a="http://schemas.openxmlformats.org/drawingml/2006/main" x="619125" y="2857500"/>
          <a:ext xmlns:a="http://schemas.openxmlformats.org/drawingml/2006/main" cx="10953750" cy="2857500"/>
        </p:xfrm>
        <a:graphic xmlns:a="http://schemas.openxmlformats.org/drawingml/2006/main">
          <a:graphicData uri="http://schemas.openxmlformats.org/drawingml/2006/table">
            <a:tbl>
              <a:tblPr firstRow="1"/>
              <a:tblGrid>
                <a:gridCol w="3048000"/>
                <a:gridCol w="2143125"/>
                <a:gridCol w="3381375"/>
                <a:gridCol w="2381250"/>
              </a:tblGrid>
              <a:tr h="476250">
                <a:tc>
                  <a:txBody>
                    <a:bodyPr/>
                    <a:lstStyle/>
                    <a:p>
                      <a:pPr algn="l">
                        <a:buNone/>
                      </a:pPr>
                      <a:r>
                        <a:rPr sz="2100" b="1">
                          <a:solidFill>
                            <a:srgbClr val="FFFFFF"/>
                          </a:solidFill>
                          <a:latin typeface="Aptos"/>
                          <a:ea typeface="Aptos"/>
                          <a:cs typeface="Aptos"/>
                        </a:rPr>
                        <a:t>Lunch option</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Frequency</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Relative frequency</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Percentage</a:t>
                      </a:r>
                    </a:p>
                  </a:txBody>
                  <a:tcPr marL="91440" marR="91440" marT="45720" marB="45720" anchor="ctr">
                    <a:solidFill>
                      <a:srgbClr val="D6171D"/>
                    </a:solidFill>
                  </a:tcPr>
                </a:tc>
              </a:tr>
              <a:tr h="476250">
                <a:tc>
                  <a:txBody>
                    <a:bodyPr/>
                    <a:lstStyle/>
                    <a:p>
                      <a:pPr algn="l">
                        <a:buNone/>
                      </a:pPr>
                      <a:r>
                        <a:rPr sz="2100" b="0">
                          <a:solidFill>
                            <a:srgbClr val="111111"/>
                          </a:solidFill>
                          <a:latin typeface="Aptos"/>
                          <a:ea typeface="Aptos"/>
                          <a:cs typeface="Aptos"/>
                        </a:rPr>
                        <a:t>Noodles</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12</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0.30</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30%</a:t>
                      </a:r>
                    </a:p>
                  </a:txBody>
                  <a:tcPr marL="91440" marR="91440" marT="45720" marB="45720" anchor="ctr">
                    <a:solidFill>
                      <a:srgbClr val="FFFFFF"/>
                    </a:solidFill>
                  </a:tcPr>
                </a:tc>
              </a:tr>
              <a:tr h="476250">
                <a:tc>
                  <a:txBody>
                    <a:bodyPr/>
                    <a:lstStyle/>
                    <a:p>
                      <a:pPr algn="l">
                        <a:buNone/>
                      </a:pPr>
                      <a:r>
                        <a:rPr sz="2100" b="0">
                          <a:solidFill>
                            <a:srgbClr val="111111"/>
                          </a:solidFill>
                          <a:latin typeface="Aptos"/>
                          <a:ea typeface="Aptos"/>
                          <a:cs typeface="Aptos"/>
                        </a:rPr>
                        <a:t>Rice bowls</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10</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476250">
                <a:tc>
                  <a:txBody>
                    <a:bodyPr/>
                    <a:lstStyle/>
                    <a:p>
                      <a:pPr algn="l">
                        <a:buNone/>
                      </a:pPr>
                      <a:r>
                        <a:rPr sz="2100" b="0">
                          <a:solidFill>
                            <a:srgbClr val="111111"/>
                          </a:solidFill>
                          <a:latin typeface="Aptos"/>
                          <a:ea typeface="Aptos"/>
                          <a:cs typeface="Aptos"/>
                        </a:rPr>
                        <a:t>Sandwiches</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8</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r h="476250">
                <a:tc>
                  <a:txBody>
                    <a:bodyPr/>
                    <a:lstStyle/>
                    <a:p>
                      <a:pPr algn="l">
                        <a:buNone/>
                      </a:pPr>
                      <a:r>
                        <a:rPr sz="2100" b="0">
                          <a:solidFill>
                            <a:srgbClr val="111111"/>
                          </a:solidFill>
                          <a:latin typeface="Aptos"/>
                          <a:ea typeface="Aptos"/>
                          <a:cs typeface="Aptos"/>
                        </a:rPr>
                        <a:t>Dumplings</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10</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476250">
                <a:tc>
                  <a:txBody>
                    <a:bodyPr/>
                    <a:lstStyle/>
                    <a:p>
                      <a:pPr algn="l">
                        <a:buNone/>
                      </a:pPr>
                      <a:r>
                        <a:rPr sz="2100" b="0">
                          <a:solidFill>
                            <a:srgbClr val="111111"/>
                          </a:solidFill>
                          <a:latin typeface="Aptos"/>
                          <a:ea typeface="Aptos"/>
                          <a:cs typeface="Aptos"/>
                        </a:rPr>
                        <a:t>Total</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40</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2FA65E7A-9DC6-414F-BC40-E439738E3E5E}"/>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4 minutes  •  What percentage chose noodles OR rice bowls?</a:t>
            </a:r>
          </a:p>
        </p:txBody>
      </p:sp>
    </p:spTree>
    <p:extLst>
      <p:ext uri="{BB962C8B-B14F-4D97-AF65-F5344CB8AC3E}">
        <p14:creationId xmlns:p14="http://schemas.microsoft.com/office/powerpoint/2010/main" val="94674389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AA9B0EEA-CF95-4269-BC11-4C512E5D8532}"/>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Check and interpret</a:t>
            </a:r>
          </a:p>
        </p:txBody>
      </p:sp>
      <p:sp>
        <p:nvSpPr>
          <p:cNvPr id="2" name="Text">
            <a:extLst xmlns:a="http://schemas.openxmlformats.org/drawingml/2006/main">
              <a:ext uri="{FF2B5EF4-FFF2-40B4-BE49-F238E27FC236}">
                <a16:creationId xmlns:a16="http://schemas.microsoft.com/office/drawing/2014/main" id="{34594926-79C7-4E81-9079-562504594F48}"/>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 proportions total 1. The percentages total 100%.</a:t>
            </a:r>
          </a:p>
        </p:txBody>
      </p:sp>
      <p:sp>
        <p:nvSpPr>
          <p:cNvPr id="3" name="Rectangle 2">
            <a:extLst xmlns:a="http://schemas.openxmlformats.org/drawingml/2006/main">
              <a:ext uri="{FF2B5EF4-FFF2-40B4-BE49-F238E27FC236}">
                <a16:creationId xmlns:a16="http://schemas.microsoft.com/office/drawing/2014/main" id="{9439C641-4A49-4793-8269-5090241993C7}"/>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Exercise reference">
            <a:extLst xmlns:a="http://schemas.openxmlformats.org/drawingml/2006/main">
              <a:ext uri="{FF2B5EF4-FFF2-40B4-BE49-F238E27FC236}">
                <a16:creationId xmlns:a16="http://schemas.microsoft.com/office/drawing/2014/main" id="{71E3D431-E010-4AF1-995B-78C47D0540D3}"/>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A1b</a:t>
            </a:r>
          </a:p>
        </p:txBody>
      </p:sp>
      <p:graphicFrame>
        <p:nvGraphicFramePr>
          <p:cNvPr id="13" name="Table 12"/>
          <p:cNvGraphicFramePr/>
          <p:nvPr/>
        </p:nvGraphicFramePr>
        <p:xfrm>
          <a:off xmlns:a="http://schemas.openxmlformats.org/drawingml/2006/main" x="619125" y="2857500"/>
          <a:ext xmlns:a="http://schemas.openxmlformats.org/drawingml/2006/main" cx="10953750" cy="2857500"/>
        </p:xfrm>
        <a:graphic xmlns:a="http://schemas.openxmlformats.org/drawingml/2006/main">
          <a:graphicData uri="http://schemas.openxmlformats.org/drawingml/2006/table">
            <a:tbl>
              <a:tblPr firstRow="1"/>
              <a:tblGrid>
                <a:gridCol w="3048000"/>
                <a:gridCol w="2143125"/>
                <a:gridCol w="3381375"/>
                <a:gridCol w="2381250"/>
              </a:tblGrid>
              <a:tr h="476250">
                <a:tc>
                  <a:txBody>
                    <a:bodyPr/>
                    <a:lstStyle/>
                    <a:p>
                      <a:pPr algn="l">
                        <a:buNone/>
                      </a:pPr>
                      <a:r>
                        <a:rPr sz="2100" b="1">
                          <a:solidFill>
                            <a:srgbClr val="FFFFFF"/>
                          </a:solidFill>
                          <a:latin typeface="Aptos"/>
                          <a:ea typeface="Aptos"/>
                          <a:cs typeface="Aptos"/>
                        </a:rPr>
                        <a:t>Lunch option</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Frequency</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Relative frequency</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Percentage</a:t>
                      </a:r>
                    </a:p>
                  </a:txBody>
                  <a:tcPr marL="91440" marR="91440" marT="45720" marB="45720" anchor="ctr">
                    <a:solidFill>
                      <a:srgbClr val="D6171D"/>
                    </a:solidFill>
                  </a:tcPr>
                </a:tc>
              </a:tr>
              <a:tr h="476250">
                <a:tc>
                  <a:txBody>
                    <a:bodyPr/>
                    <a:lstStyle/>
                    <a:p>
                      <a:pPr algn="l">
                        <a:buNone/>
                      </a:pPr>
                      <a:r>
                        <a:rPr sz="2100" b="0">
                          <a:solidFill>
                            <a:srgbClr val="111111"/>
                          </a:solidFill>
                          <a:latin typeface="Aptos"/>
                          <a:ea typeface="Aptos"/>
                          <a:cs typeface="Aptos"/>
                        </a:rPr>
                        <a:t>Noodles</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12</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0.30</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30%</a:t>
                      </a:r>
                    </a:p>
                  </a:txBody>
                  <a:tcPr marL="91440" marR="91440" marT="45720" marB="45720" anchor="ctr">
                    <a:solidFill>
                      <a:srgbClr val="FFFFFF"/>
                    </a:solidFill>
                  </a:tcPr>
                </a:tc>
              </a:tr>
              <a:tr h="476250">
                <a:tc>
                  <a:txBody>
                    <a:bodyPr/>
                    <a:lstStyle/>
                    <a:p>
                      <a:pPr algn="l">
                        <a:buNone/>
                      </a:pPr>
                      <a:r>
                        <a:rPr sz="2100" b="0">
                          <a:solidFill>
                            <a:srgbClr val="111111"/>
                          </a:solidFill>
                          <a:latin typeface="Aptos"/>
                          <a:ea typeface="Aptos"/>
                          <a:cs typeface="Aptos"/>
                        </a:rPr>
                        <a:t>Rice bowls</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10</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0.25</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25%</a:t>
                      </a:r>
                    </a:p>
                  </a:txBody>
                  <a:tcPr marL="91440" marR="91440" marT="45720" marB="45720" anchor="ctr">
                    <a:solidFill>
                      <a:srgbClr val="EEF8FE"/>
                    </a:solidFill>
                  </a:tcPr>
                </a:tc>
              </a:tr>
              <a:tr h="476250">
                <a:tc>
                  <a:txBody>
                    <a:bodyPr/>
                    <a:lstStyle/>
                    <a:p>
                      <a:pPr algn="l">
                        <a:buNone/>
                      </a:pPr>
                      <a:r>
                        <a:rPr sz="2100" b="0">
                          <a:solidFill>
                            <a:srgbClr val="111111"/>
                          </a:solidFill>
                          <a:latin typeface="Aptos"/>
                          <a:ea typeface="Aptos"/>
                          <a:cs typeface="Aptos"/>
                        </a:rPr>
                        <a:t>Sandwiches</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8</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0.20</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20%</a:t>
                      </a:r>
                    </a:p>
                  </a:txBody>
                  <a:tcPr marL="91440" marR="91440" marT="45720" marB="45720" anchor="ctr">
                    <a:solidFill>
                      <a:srgbClr val="FFFFFF"/>
                    </a:solidFill>
                  </a:tcPr>
                </a:tc>
              </a:tr>
              <a:tr h="476250">
                <a:tc>
                  <a:txBody>
                    <a:bodyPr/>
                    <a:lstStyle/>
                    <a:p>
                      <a:pPr algn="l">
                        <a:buNone/>
                      </a:pPr>
                      <a:r>
                        <a:rPr sz="2100" b="0">
                          <a:solidFill>
                            <a:srgbClr val="111111"/>
                          </a:solidFill>
                          <a:latin typeface="Aptos"/>
                          <a:ea typeface="Aptos"/>
                          <a:cs typeface="Aptos"/>
                        </a:rPr>
                        <a:t>Dumplings</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10</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0.25</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25%</a:t>
                      </a:r>
                    </a:p>
                  </a:txBody>
                  <a:tcPr marL="91440" marR="91440" marT="45720" marB="45720" anchor="ctr">
                    <a:solidFill>
                      <a:srgbClr val="EEF8FE"/>
                    </a:solidFill>
                  </a:tcPr>
                </a:tc>
              </a:tr>
              <a:tr h="476250">
                <a:tc>
                  <a:txBody>
                    <a:bodyPr/>
                    <a:lstStyle/>
                    <a:p>
                      <a:pPr algn="l">
                        <a:buNone/>
                      </a:pPr>
                      <a:r>
                        <a:rPr sz="2100" b="0">
                          <a:solidFill>
                            <a:srgbClr val="111111"/>
                          </a:solidFill>
                          <a:latin typeface="Aptos"/>
                          <a:ea typeface="Aptos"/>
                          <a:cs typeface="Aptos"/>
                        </a:rPr>
                        <a:t>Total</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40</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1.00</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100%</a:t>
                      </a: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46771CEF-39D2-447C-9CE5-B9392121B2D0}"/>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Noodles or rice bowls: 30% + 25% = 55% of these students.</a:t>
            </a:r>
          </a:p>
        </p:txBody>
      </p:sp>
    </p:spTree>
    <p:extLst>
      <p:ext uri="{BB962C8B-B14F-4D97-AF65-F5344CB8AC3E}">
        <p14:creationId xmlns:p14="http://schemas.microsoft.com/office/powerpoint/2010/main" val="159749721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a:extLst xmlns:a="http://schemas.openxmlformats.org/drawingml/2006/main">
              <a:ext uri="{FF2B5EF4-FFF2-40B4-BE49-F238E27FC236}">
                <a16:creationId xmlns:a16="http://schemas.microsoft.com/office/drawing/2014/main" id="{F8BB7560-C52E-4BFC-950D-81807BB23DA3}"/>
              </a:ext>
            </a:extLst>
          </p:cNvPr>
          <p:cNvSpPr>
            <a:spLocks xmlns:a="http://schemas.openxmlformats.org/drawingml/2006/main" noGrp="1"/>
          </p:cNvSpPr>
          <p:nvPr/>
        </p:nvSpPr>
        <p:spPr>
          <a:xfrm xmlns:a="http://schemas.openxmlformats.org/drawingml/2006/main">
            <a:off x="447675" y="2505075"/>
            <a:ext cx="6048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1:</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Showing</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categories</a:t>
            </a:r>
          </a:p>
        </p:txBody>
      </p:sp>
    </p:spTree>
    <p:extLst>
      <p:ext uri="{BB962C8B-B14F-4D97-AF65-F5344CB8AC3E}">
        <p14:creationId xmlns:p14="http://schemas.microsoft.com/office/powerpoint/2010/main" val="146764860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Slide title">
            <a:extLst xmlns:a="http://schemas.openxmlformats.org/drawingml/2006/main">
              <a:ext uri="{FF2B5EF4-FFF2-40B4-BE49-F238E27FC236}">
                <a16:creationId xmlns:a16="http://schemas.microsoft.com/office/drawing/2014/main" id="{7D2444E9-3BDE-43E6-8D97-126D355B8231}"/>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Bar charts: vertical and horizontal</a:t>
            </a:r>
          </a:p>
        </p:txBody>
      </p:sp>
      <p:sp>
        <p:nvSpPr>
          <p:cNvPr id="3" name="Lead">
            <a:extLst xmlns:a="http://schemas.openxmlformats.org/drawingml/2006/main">
              <a:ext uri="{FF2B5EF4-FFF2-40B4-BE49-F238E27FC236}">
                <a16:creationId xmlns:a16="http://schemas.microsoft.com/office/drawing/2014/main" id="{208FA8F8-1537-44D8-9311-A11A755DC618}"/>
              </a:ext>
            </a:extLst>
          </p:cNvPr>
          <p:cNvSpPr>
            <a:spLocks xmlns:a="http://schemas.openxmlformats.org/drawingml/2006/main" noGrp="1"/>
          </p:cNvSpPr>
          <p:nvPr/>
        </p:nvSpPr>
        <p:spPr>
          <a:xfrm xmlns:a="http://schemas.openxmlformats.org/drawingml/2006/main">
            <a:off x="523875" y="2000250"/>
            <a:ext cx="1104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11111"/>
                </a:solidFill>
                <a:latin typeface="Aptos"/>
                <a:ea typeface="Aptos"/>
                <a:cs typeface="Aptos"/>
              </a:defRPr>
            </a:pPr>
            <a:r>
              <a:rPr sz="2400" b="1">
                <a:solidFill>
                  <a:srgbClr val="111111"/>
                </a:solidFill>
                <a:latin typeface="Aptos"/>
                <a:ea typeface="Aptos"/>
                <a:cs typeface="Aptos"/>
              </a:rPr>
              <a:t>Both charts show the same 40 lunch choices.</a:t>
            </a:r>
          </a:p>
        </p:txBody>
      </p:sp>
      <p:sp>
        <p:nvSpPr>
          <p:cNvPr id="4" name="Footer">
            <a:extLst xmlns:a="http://schemas.openxmlformats.org/drawingml/2006/main">
              <a:ext uri="{FF2B5EF4-FFF2-40B4-BE49-F238E27FC236}">
                <a16:creationId xmlns:a16="http://schemas.microsoft.com/office/drawing/2014/main" id="{AF4CF1C6-4147-40CC-91B0-7CA58F7BB319}"/>
              </a:ext>
            </a:extLst>
          </p:cNvPr>
          <p:cNvSpPr>
            <a:spLocks xmlns:a="http://schemas.openxmlformats.org/drawingml/2006/main" noGrp="1"/>
          </p:cNvSpPr>
          <p:nvPr/>
        </p:nvSpPr>
        <p:spPr>
          <a:xfrm xmlns:a="http://schemas.openxmlformats.org/drawingml/2006/main">
            <a:off x="523875" y="5953125"/>
            <a:ext cx="1104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00" b="0">
                <a:solidFill>
                  <a:srgbClr val="111111"/>
                </a:solidFill>
                <a:latin typeface="Aptos"/>
                <a:ea typeface="Aptos"/>
                <a:cs typeface="Aptos"/>
              </a:defRPr>
            </a:pPr>
            <a:r>
              <a:rPr sz="1600" b="0">
                <a:solidFill>
                  <a:srgbClr val="111111"/>
                </a:solidFill>
                <a:latin typeface="Aptos"/>
                <a:ea typeface="Aptos"/>
                <a:cs typeface="Aptos"/>
              </a:rPr>
              <a:t>Horizontal bars give long category names more space. In Excel, vertical bars are column charts.</a:t>
            </a:r>
          </a:p>
        </p:txBody>
      </p:sp>
      <p:sp>
        <p:nvSpPr>
          <p:cNvPr id="5" name="Vertical bar chart">
            <a:extLst xmlns:a="http://schemas.openxmlformats.org/drawingml/2006/main">
              <a:ext uri="{FF2B5EF4-FFF2-40B4-BE49-F238E27FC236}">
                <a16:creationId xmlns:a16="http://schemas.microsoft.com/office/drawing/2014/main" id="{BAEAD7EC-C494-480B-8591-DD45D4F7E90D}"/>
              </a:ext>
            </a:extLst>
          </p:cNvPr>
          <p:cNvSpPr>
            <a:spLocks xmlns:a="http://schemas.openxmlformats.org/drawingml/2006/main" noGrp="1"/>
          </p:cNvSpPr>
          <p:nvPr/>
        </p:nvSpPr>
        <p:spPr>
          <a:xfrm xmlns:a="http://schemas.openxmlformats.org/drawingml/2006/main">
            <a:off x="619125" y="26860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11111"/>
                </a:solidFill>
                <a:latin typeface="Aptos"/>
                <a:ea typeface="Aptos"/>
                <a:cs typeface="Aptos"/>
              </a:defRPr>
            </a:pPr>
            <a:r>
              <a:rPr sz="2025" b="1">
                <a:solidFill>
                  <a:srgbClr val="111111"/>
                </a:solidFill>
                <a:latin typeface="Aptos"/>
                <a:ea typeface="Aptos"/>
                <a:cs typeface="Aptos"/>
              </a:rPr>
              <a:t>Vertical bar chart</a:t>
            </a:r>
          </a:p>
        </p:txBody>
      </p:sp>
      <p:sp>
        <p:nvSpPr>
          <p:cNvPr id="6" name="Horizontal bar chart">
            <a:extLst xmlns:a="http://schemas.openxmlformats.org/drawingml/2006/main">
              <a:ext uri="{FF2B5EF4-FFF2-40B4-BE49-F238E27FC236}">
                <a16:creationId xmlns:a16="http://schemas.microsoft.com/office/drawing/2014/main" id="{0498F8CC-1830-4A2C-966C-10F699CAAB0B}"/>
              </a:ext>
            </a:extLst>
          </p:cNvPr>
          <p:cNvSpPr>
            <a:spLocks xmlns:a="http://schemas.openxmlformats.org/drawingml/2006/main" noGrp="1"/>
          </p:cNvSpPr>
          <p:nvPr/>
        </p:nvSpPr>
        <p:spPr>
          <a:xfrm xmlns:a="http://schemas.openxmlformats.org/drawingml/2006/main">
            <a:off x="6334125" y="2686050"/>
            <a:ext cx="519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025" b="1">
                <a:solidFill>
                  <a:srgbClr val="111111"/>
                </a:solidFill>
                <a:latin typeface="Aptos"/>
                <a:ea typeface="Aptos"/>
                <a:cs typeface="Aptos"/>
              </a:defRPr>
            </a:pPr>
            <a:r>
              <a:rPr sz="2025" b="1">
                <a:solidFill>
                  <a:srgbClr val="111111"/>
                </a:solidFill>
                <a:latin typeface="Aptos"/>
                <a:ea typeface="Aptos"/>
                <a:cs typeface="Aptos"/>
              </a:rPr>
              <a:t>Horizontal bar chart</a:t>
            </a:r>
          </a:p>
        </p:txBody>
      </p:sp>
      <p:graphicFrame>
        <p:nvGraphicFramePr>
          <p:cNvPr id="7" name="Chart"/>
          <p:cNvGraphicFramePr/>
          <p:nvPr/>
        </p:nvGraphicFramePr>
        <p:xfrm>
          <a:off xmlns:a="http://schemas.openxmlformats.org/drawingml/2006/main" x="523875" y="3143250"/>
          <a:ext xmlns:a="http://schemas.openxmlformats.org/drawingml/2006/main" cx="5286375" cy="2609850"/>
        </p:xfrm>
        <a:graphic xmlns:a="http://schemas.openxmlformats.org/drawingml/2006/main">
          <a:graphicData uri="http://schemas.openxmlformats.org/drawingml/2006/chart">
            <c:chart xmlns:r="http://schemas.openxmlformats.org/officeDocument/2006/relationships" xmlns:c="http://schemas.openxmlformats.org/drawingml/2006/chart" r:id="w4_1_Rdaf3027950244ffe"/>
          </a:graphicData>
        </a:graphic>
      </p:graphicFrame>
      <p:graphicFrame>
        <p:nvGraphicFramePr>
          <p:cNvPr id="8" name="Chart"/>
          <p:cNvGraphicFramePr/>
          <p:nvPr/>
        </p:nvGraphicFramePr>
        <p:xfrm>
          <a:off xmlns:a="http://schemas.openxmlformats.org/drawingml/2006/main" x="6191250" y="3143250"/>
          <a:ext xmlns:a="http://schemas.openxmlformats.org/drawingml/2006/main" cx="5286375" cy="2609850"/>
        </p:xfrm>
        <a:graphic xmlns:a="http://schemas.openxmlformats.org/drawingml/2006/main">
          <a:graphicData uri="http://schemas.openxmlformats.org/drawingml/2006/chart">
            <c:chart xmlns:r="http://schemas.openxmlformats.org/officeDocument/2006/relationships" xmlns:c="http://schemas.openxmlformats.org/drawingml/2006/chart" r:id="w4_1_Ree2488ab4cbe4d0b"/>
          </a:graphicData>
        </a:graphic>
      </p:graphicFrame>
      <p:sp>
        <p:nvSpPr>
          <p:cNvPr id="9" name="Horizontal count axis">
            <a:extLst xmlns:a="http://schemas.openxmlformats.org/drawingml/2006/main">
              <a:ext uri="{FF2B5EF4-FFF2-40B4-BE49-F238E27FC236}">
                <a16:creationId xmlns:a16="http://schemas.microsoft.com/office/drawing/2014/main" id="{BC322993-430E-4D51-962D-DA48E43EC6EC}"/>
              </a:ext>
            </a:extLst>
          </p:cNvPr>
          <p:cNvSpPr>
            <a:spLocks xmlns:a="http://schemas.openxmlformats.org/drawingml/2006/main" noGrp="1"/>
          </p:cNvSpPr>
          <p:nvPr/>
        </p:nvSpPr>
        <p:spPr>
          <a:xfrm xmlns:a="http://schemas.openxmlformats.org/drawingml/2006/main">
            <a:off x="7572375" y="5429250"/>
            <a:ext cx="3810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defRPr sz="1500" b="0">
                <a:solidFill>
                  <a:srgbClr val="111111"/>
                </a:solidFill>
                <a:latin typeface="Aptos"/>
                <a:ea typeface="Aptos"/>
                <a:cs typeface="Aptos"/>
              </a:defRPr>
            </a:pPr>
            <a:r>
              <a:rPr sz="1500" b="0">
                <a:solidFill>
                  <a:srgbClr val="111111"/>
                </a:solidFill>
                <a:latin typeface="Aptos"/>
                <a:ea typeface="Aptos"/>
                <a:cs typeface="Aptos"/>
              </a:rPr>
              <a:t>Students (frequency)</a:t>
            </a:r>
          </a:p>
        </p:txBody>
      </p:sp>
    </p:spTree>
    <p:extLst>
      <p:ext uri="{BB962C8B-B14F-4D97-AF65-F5344CB8AC3E}">
        <p14:creationId xmlns:p14="http://schemas.microsoft.com/office/powerpoint/2010/main" val="765482891"/>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7354077A-E6B3-452D-AC33-ADB22D249F80}"/>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drink orders</a:t>
            </a:r>
          </a:p>
        </p:txBody>
      </p:sp>
      <p:sp>
        <p:nvSpPr>
          <p:cNvPr id="2" name="Text">
            <a:extLst xmlns:a="http://schemas.openxmlformats.org/drawingml/2006/main">
              <a:ext uri="{FF2B5EF4-FFF2-40B4-BE49-F238E27FC236}">
                <a16:creationId xmlns:a16="http://schemas.microsoft.com/office/drawing/2014/main" id="{FDC42A41-7651-4E0C-B868-DA283AC479CC}"/>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 café records 50 orders. Draw a new frequency bar chart.</a:t>
            </a:r>
          </a:p>
        </p:txBody>
      </p:sp>
      <p:sp>
        <p:nvSpPr>
          <p:cNvPr id="3" name="Rectangle 2">
            <a:extLst xmlns:a="http://schemas.openxmlformats.org/drawingml/2006/main">
              <a:ext uri="{FF2B5EF4-FFF2-40B4-BE49-F238E27FC236}">
                <a16:creationId xmlns:a16="http://schemas.microsoft.com/office/drawing/2014/main" id="{7695CE04-8FCF-4EEC-B663-2F6E7D433D5C}"/>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28625F21-44BA-4BF3-872C-3507B4ABDA07}"/>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A2</a:t>
            </a:r>
          </a:p>
        </p:txBody>
      </p:sp>
      <p:graphicFrame>
        <p:nvGraphicFramePr>
          <p:cNvPr id="17" name="Table 14"/>
          <p:cNvGraphicFramePr/>
          <p:nvPr/>
        </p:nvGraphicFramePr>
        <p:xfrm>
          <a:off xmlns:a="http://schemas.openxmlformats.org/drawingml/2006/main" x="619125" y="2952750"/>
          <a:ext xmlns:a="http://schemas.openxmlformats.org/drawingml/2006/main" cx="5000625" cy="2628900"/>
        </p:xfrm>
        <a:graphic xmlns:a="http://schemas.openxmlformats.org/drawingml/2006/main">
          <a:graphicData uri="http://schemas.openxmlformats.org/drawingml/2006/table">
            <a:tbl>
              <a:tblPr firstRow="1"/>
              <a:tblGrid>
                <a:gridCol w="3095625"/>
                <a:gridCol w="1905000"/>
              </a:tblGrid>
              <a:tr h="525780">
                <a:tc>
                  <a:txBody>
                    <a:bodyPr/>
                    <a:lstStyle/>
                    <a:p>
                      <a:pPr algn="l">
                        <a:buNone/>
                      </a:pPr>
                      <a:r>
                        <a:rPr sz="2175" b="1">
                          <a:solidFill>
                            <a:srgbClr val="FFFFFF"/>
                          </a:solidFill>
                          <a:latin typeface="Aptos"/>
                          <a:ea typeface="Aptos"/>
                          <a:cs typeface="Aptos"/>
                        </a:rPr>
                        <a:t>Drink</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Orders</a:t>
                      </a:r>
                    </a:p>
                  </a:txBody>
                  <a:tcPr marL="91440" marR="91440" marT="45720" marB="45720" anchor="ctr">
                    <a:solidFill>
                      <a:srgbClr val="D6171D"/>
                    </a:solidFill>
                  </a:tcPr>
                </a:tc>
              </a:tr>
              <a:tr h="525780">
                <a:tc>
                  <a:txBody>
                    <a:bodyPr/>
                    <a:lstStyle/>
                    <a:p>
                      <a:pPr algn="l">
                        <a:buNone/>
                      </a:pPr>
                      <a:r>
                        <a:rPr sz="2175" b="0">
                          <a:solidFill>
                            <a:srgbClr val="111111"/>
                          </a:solidFill>
                          <a:latin typeface="Aptos"/>
                          <a:ea typeface="Aptos"/>
                          <a:cs typeface="Aptos"/>
                        </a:rPr>
                        <a:t>Milk tea</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18</a:t>
                      </a:r>
                    </a:p>
                  </a:txBody>
                  <a:tcPr marL="91440" marR="91440" marT="45720" marB="45720" anchor="ctr">
                    <a:solidFill>
                      <a:srgbClr val="FFFFFF"/>
                    </a:solidFill>
                  </a:tcPr>
                </a:tc>
              </a:tr>
              <a:tr h="525780">
                <a:tc>
                  <a:txBody>
                    <a:bodyPr/>
                    <a:lstStyle/>
                    <a:p>
                      <a:pPr algn="l">
                        <a:buNone/>
                      </a:pPr>
                      <a:r>
                        <a:rPr sz="2175" b="0">
                          <a:solidFill>
                            <a:srgbClr val="111111"/>
                          </a:solidFill>
                          <a:latin typeface="Aptos"/>
                          <a:ea typeface="Aptos"/>
                          <a:cs typeface="Aptos"/>
                        </a:rPr>
                        <a:t>Fruit tea</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14</a:t>
                      </a:r>
                    </a:p>
                  </a:txBody>
                  <a:tcPr marL="91440" marR="91440" marT="45720" marB="45720" anchor="ctr">
                    <a:solidFill>
                      <a:srgbClr val="EEF8FE"/>
                    </a:solidFill>
                  </a:tcPr>
                </a:tc>
              </a:tr>
              <a:tr h="525780">
                <a:tc>
                  <a:txBody>
                    <a:bodyPr/>
                    <a:lstStyle/>
                    <a:p>
                      <a:pPr algn="l">
                        <a:buNone/>
                      </a:pPr>
                      <a:r>
                        <a:rPr sz="2175" b="0">
                          <a:solidFill>
                            <a:srgbClr val="111111"/>
                          </a:solidFill>
                          <a:latin typeface="Aptos"/>
                          <a:ea typeface="Aptos"/>
                          <a:cs typeface="Aptos"/>
                        </a:rPr>
                        <a:t>Juice</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10</a:t>
                      </a:r>
                    </a:p>
                  </a:txBody>
                  <a:tcPr marL="91440" marR="91440" marT="45720" marB="45720" anchor="ctr">
                    <a:solidFill>
                      <a:srgbClr val="FFFFFF"/>
                    </a:solidFill>
                  </a:tcPr>
                </a:tc>
              </a:tr>
              <a:tr h="525780">
                <a:tc>
                  <a:txBody>
                    <a:bodyPr/>
                    <a:lstStyle/>
                    <a:p>
                      <a:pPr algn="l">
                        <a:buNone/>
                      </a:pPr>
                      <a:r>
                        <a:rPr sz="2175" b="0">
                          <a:solidFill>
                            <a:srgbClr val="111111"/>
                          </a:solidFill>
                          <a:latin typeface="Aptos"/>
                          <a:ea typeface="Aptos"/>
                          <a:cs typeface="Aptos"/>
                        </a:rPr>
                        <a:t>Water</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8</a:t>
                      </a:r>
                    </a:p>
                  </a:txBody>
                  <a:tcPr marL="91440" marR="91440" marT="45720" marB="45720" anchor="ctr">
                    <a:solidFill>
                      <a:srgbClr val="EEF8FE"/>
                    </a:solidFill>
                  </a:tcPr>
                </a:tc>
              </a:tr>
            </a:tbl>
          </a:graphicData>
        </a:graphic>
      </p:graphicFrame>
      <p:sp>
        <p:nvSpPr>
          <p:cNvPr id="6" name="Text">
            <a:extLst xmlns:a="http://schemas.openxmlformats.org/drawingml/2006/main">
              <a:ext uri="{FF2B5EF4-FFF2-40B4-BE49-F238E27FC236}">
                <a16:creationId xmlns:a16="http://schemas.microsoft.com/office/drawing/2014/main" id="{0E96A24C-C20E-4D44-AB22-28407024BA4C}"/>
              </a:ext>
            </a:extLst>
          </p:cNvPr>
          <p:cNvSpPr>
            <a:spLocks xmlns:a="http://schemas.openxmlformats.org/drawingml/2006/main" noGrp="1"/>
          </p:cNvSpPr>
          <p:nvPr/>
        </p:nvSpPr>
        <p:spPr>
          <a:xfrm xmlns:a="http://schemas.openxmlformats.org/drawingml/2006/main">
            <a:off x="6191250" y="3019425"/>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Choose an even scale from zero.</a:t>
            </a:r>
          </a:p>
        </p:txBody>
      </p:sp>
      <p:sp>
        <p:nvSpPr>
          <p:cNvPr id="7" name="Text">
            <a:extLst xmlns:a="http://schemas.openxmlformats.org/drawingml/2006/main">
              <a:ext uri="{FF2B5EF4-FFF2-40B4-BE49-F238E27FC236}">
                <a16:creationId xmlns:a16="http://schemas.microsoft.com/office/drawing/2014/main" id="{A4936A71-C846-48C9-8A13-06E22D454739}"/>
              </a:ext>
            </a:extLst>
          </p:cNvPr>
          <p:cNvSpPr>
            <a:spLocks xmlns:a="http://schemas.openxmlformats.org/drawingml/2006/main" noGrp="1"/>
          </p:cNvSpPr>
          <p:nvPr/>
        </p:nvSpPr>
        <p:spPr>
          <a:xfrm xmlns:a="http://schemas.openxmlformats.org/drawingml/2006/main">
            <a:off x="6191250" y="3667125"/>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Label the drink and order axes.</a:t>
            </a:r>
          </a:p>
        </p:txBody>
      </p:sp>
      <p:sp>
        <p:nvSpPr>
          <p:cNvPr id="8" name="Text">
            <a:extLst xmlns:a="http://schemas.openxmlformats.org/drawingml/2006/main">
              <a:ext uri="{FF2B5EF4-FFF2-40B4-BE49-F238E27FC236}">
                <a16:creationId xmlns:a16="http://schemas.microsoft.com/office/drawing/2014/main" id="{16DAAC6B-D96A-407F-9529-8DC4DA16B623}"/>
              </a:ext>
            </a:extLst>
          </p:cNvPr>
          <p:cNvSpPr>
            <a:spLocks xmlns:a="http://schemas.openxmlformats.org/drawingml/2006/main" noGrp="1"/>
          </p:cNvSpPr>
          <p:nvPr/>
        </p:nvSpPr>
        <p:spPr>
          <a:xfrm xmlns:a="http://schemas.openxmlformats.org/drawingml/2006/main">
            <a:off x="6191250" y="4314825"/>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Draw four bars with gaps.</a:t>
            </a:r>
          </a:p>
        </p:txBody>
      </p:sp>
      <p:sp>
        <p:nvSpPr>
          <p:cNvPr id="9" name="Text">
            <a:extLst xmlns:a="http://schemas.openxmlformats.org/drawingml/2006/main">
              <a:ext uri="{FF2B5EF4-FFF2-40B4-BE49-F238E27FC236}">
                <a16:creationId xmlns:a16="http://schemas.microsoft.com/office/drawing/2014/main" id="{0D650F1B-86F3-4287-9CC5-D8731F78276B}"/>
              </a:ext>
            </a:extLst>
          </p:cNvPr>
          <p:cNvSpPr>
            <a:spLocks xmlns:a="http://schemas.openxmlformats.org/drawingml/2006/main" noGrp="1"/>
          </p:cNvSpPr>
          <p:nvPr/>
        </p:nvSpPr>
        <p:spPr>
          <a:xfrm xmlns:a="http://schemas.openxmlformats.org/drawingml/2006/main">
            <a:off x="6191250" y="4962525"/>
            <a:ext cx="5381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Add a title.</a:t>
            </a:r>
          </a:p>
        </p:txBody>
      </p:sp>
    </p:spTree>
    <p:extLst>
      <p:ext uri="{BB962C8B-B14F-4D97-AF65-F5344CB8AC3E}">
        <p14:creationId xmlns:p14="http://schemas.microsoft.com/office/powerpoint/2010/main" val="203776200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0C999CAD-D7AE-4063-8E96-E40D0CB3D425}"/>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Drink orders: check your chart</a:t>
            </a:r>
          </a:p>
        </p:txBody>
      </p:sp>
      <p:sp>
        <p:nvSpPr>
          <p:cNvPr id="2" name="Text">
            <a:extLst xmlns:a="http://schemas.openxmlformats.org/drawingml/2006/main">
              <a:ext uri="{FF2B5EF4-FFF2-40B4-BE49-F238E27FC236}">
                <a16:creationId xmlns:a16="http://schemas.microsoft.com/office/drawing/2014/main" id="{4E8E2C99-473C-4ED0-AF97-1652E8B3C7FC}"/>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This chart uses new data, with the same construction method.</a:t>
            </a:r>
          </a:p>
        </p:txBody>
      </p:sp>
      <p:sp>
        <p:nvSpPr>
          <p:cNvPr id="3" name="Rectangle 2">
            <a:extLst xmlns:a="http://schemas.openxmlformats.org/drawingml/2006/main">
              <a:ext uri="{FF2B5EF4-FFF2-40B4-BE49-F238E27FC236}">
                <a16:creationId xmlns:a16="http://schemas.microsoft.com/office/drawing/2014/main" id="{780DABA5-C5D4-466B-9C55-2BEE4E614D02}"/>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37385D8B-1666-4AF8-8614-8B02132F1BE8}"/>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A2</a:t>
            </a:r>
          </a:p>
        </p:txBody>
      </p:sp>
      <p:graphicFrame>
        <p:nvGraphicFramePr>
          <p:cNvPr id="18" name="Chart"/>
          <p:cNvGraphicFramePr/>
          <p:nvPr/>
        </p:nvGraphicFramePr>
        <p:xfrm>
          <a:off xmlns:a="http://schemas.openxmlformats.org/drawingml/2006/main" x="5520977" y="2886075"/>
          <a:ext xmlns:a="http://schemas.openxmlformats.org/drawingml/2006/main" cx="5994748" cy="2962275"/>
        </p:xfrm>
        <a:graphic xmlns:a="http://schemas.openxmlformats.org/drawingml/2006/main">
          <a:graphicData uri="http://schemas.openxmlformats.org/drawingml/2006/chart">
            <c:chart xmlns:r="http://schemas.openxmlformats.org/officeDocument/2006/relationships" xmlns:c="http://schemas.openxmlformats.org/drawingml/2006/chart" r:id="R81cd5e15de4d4f1e"/>
          </a:graphicData>
        </a:graphic>
      </p:graphicFrame>
      <p:sp>
        <p:nvSpPr>
          <p:cNvPr id="6" name="Text">
            <a:extLst xmlns:a="http://schemas.openxmlformats.org/drawingml/2006/main">
              <a:ext uri="{FF2B5EF4-FFF2-40B4-BE49-F238E27FC236}">
                <a16:creationId xmlns:a16="http://schemas.microsoft.com/office/drawing/2014/main" id="{6F018244-29B9-4FE4-B4E0-C1869E7767FE}"/>
              </a:ext>
            </a:extLst>
          </p:cNvPr>
          <p:cNvSpPr>
            <a:spLocks xmlns:a="http://schemas.openxmlformats.org/drawingml/2006/main" noGrp="1"/>
          </p:cNvSpPr>
          <p:nvPr/>
        </p:nvSpPr>
        <p:spPr>
          <a:xfrm xmlns:a="http://schemas.openxmlformats.org/drawingml/2006/main">
            <a:off x="9870771" y="1038225"/>
            <a:ext cx="251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111111"/>
                </a:solidFill>
                <a:latin typeface="Aptos"/>
                <a:ea typeface="Aptos"/>
                <a:cs typeface="Aptos"/>
              </a:defRPr>
            </a:pPr>
            <a:r>
              <a:rPr sz="2100" b="0">
                <a:solidFill>
                  <a:srgbClr val="111111"/>
                </a:solidFill>
                <a:latin typeface="Aptos"/>
                <a:ea typeface="Aptos"/>
                <a:cs typeface="Aptos"/>
              </a:rPr>
              <a:t>Correct heights?</a:t>
            </a:r>
          </a:p>
        </p:txBody>
      </p:sp>
      <p:sp>
        <p:nvSpPr>
          <p:cNvPr id="7" name="Text">
            <a:extLst xmlns:a="http://schemas.openxmlformats.org/drawingml/2006/main">
              <a:ext uri="{FF2B5EF4-FFF2-40B4-BE49-F238E27FC236}">
                <a16:creationId xmlns:a16="http://schemas.microsoft.com/office/drawing/2014/main" id="{9269A25C-344D-43E6-AD8C-65A94E5468B3}"/>
              </a:ext>
            </a:extLst>
          </p:cNvPr>
          <p:cNvSpPr>
            <a:spLocks xmlns:a="http://schemas.openxmlformats.org/drawingml/2006/main" noGrp="1"/>
          </p:cNvSpPr>
          <p:nvPr/>
        </p:nvSpPr>
        <p:spPr>
          <a:xfrm xmlns:a="http://schemas.openxmlformats.org/drawingml/2006/main">
            <a:off x="9870771" y="1704975"/>
            <a:ext cx="251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111111"/>
                </a:solidFill>
                <a:latin typeface="Aptos"/>
                <a:ea typeface="Aptos"/>
                <a:cs typeface="Aptos"/>
              </a:defRPr>
            </a:pPr>
            <a:r>
              <a:rPr sz="2100" b="0">
                <a:solidFill>
                  <a:srgbClr val="111111"/>
                </a:solidFill>
                <a:latin typeface="Aptos"/>
                <a:ea typeface="Aptos"/>
                <a:cs typeface="Aptos"/>
              </a:rPr>
              <a:t>Even scale?</a:t>
            </a:r>
          </a:p>
        </p:txBody>
      </p:sp>
      <p:sp>
        <p:nvSpPr>
          <p:cNvPr id="8" name="Text">
            <a:extLst xmlns:a="http://schemas.openxmlformats.org/drawingml/2006/main">
              <a:ext uri="{FF2B5EF4-FFF2-40B4-BE49-F238E27FC236}">
                <a16:creationId xmlns:a16="http://schemas.microsoft.com/office/drawing/2014/main" id="{F0547957-D472-4D24-B654-C89F746A9DAB}"/>
              </a:ext>
            </a:extLst>
          </p:cNvPr>
          <p:cNvSpPr>
            <a:spLocks xmlns:a="http://schemas.openxmlformats.org/drawingml/2006/main" noGrp="1"/>
          </p:cNvSpPr>
          <p:nvPr/>
        </p:nvSpPr>
        <p:spPr>
          <a:xfrm xmlns:a="http://schemas.openxmlformats.org/drawingml/2006/main">
            <a:off x="9870771" y="2371725"/>
            <a:ext cx="2514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0">
                <a:solidFill>
                  <a:srgbClr val="111111"/>
                </a:solidFill>
                <a:latin typeface="Aptos"/>
                <a:ea typeface="Aptos"/>
                <a:cs typeface="Aptos"/>
              </a:defRPr>
            </a:pPr>
            <a:r>
              <a:rPr sz="2100" b="0">
                <a:solidFill>
                  <a:srgbClr val="111111"/>
                </a:solidFill>
                <a:latin typeface="Aptos"/>
                <a:ea typeface="Aptos"/>
                <a:cs typeface="Aptos"/>
              </a:rPr>
              <a:t>Labels and gaps?</a:t>
            </a:r>
          </a:p>
        </p:txBody>
      </p:sp>
      <p:sp>
        <p:nvSpPr>
          <p:cNvPr id="10" name="Text">
            <a:extLst xmlns:a="http://schemas.openxmlformats.org/drawingml/2006/main">
              <a:ext uri="{FF2B5EF4-FFF2-40B4-BE49-F238E27FC236}">
                <a16:creationId xmlns:a16="http://schemas.microsoft.com/office/drawing/2014/main" id="{C90AAF85-DFC8-4A89-AAFF-0BF02E1E4B22}"/>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Optional: 18 out of 50 orders is 36%. What would a percentage axis show?</a:t>
            </a:r>
          </a:p>
        </p:txBody>
      </p:sp>
      <p:graphicFrame>
        <p:nvGraphicFramePr>
          <p:cNvPr id="23" name="Table 4"/>
          <p:cNvGraphicFramePr/>
          <p:nvPr/>
        </p:nvGraphicFramePr>
        <p:xfrm>
          <a:off xmlns:a="http://schemas.openxmlformats.org/drawingml/2006/main" x="619125" y="2952750"/>
          <a:ext xmlns:a="http://schemas.openxmlformats.org/drawingml/2006/main" cx="5000625" cy="2628900"/>
        </p:xfrm>
        <a:graphic xmlns:a="http://schemas.openxmlformats.org/drawingml/2006/main">
          <a:graphicData uri="http://schemas.openxmlformats.org/drawingml/2006/table">
            <a:tbl>
              <a:tblPr firstRow="1"/>
              <a:tblGrid>
                <a:gridCol w="3095625"/>
                <a:gridCol w="1905000"/>
              </a:tblGrid>
              <a:tr h="525780">
                <a:tc>
                  <a:txBody>
                    <a:bodyPr/>
                    <a:lstStyle/>
                    <a:p>
                      <a:pPr algn="l">
                        <a:buNone/>
                      </a:pPr>
                      <a:r>
                        <a:rPr sz="2175" b="1">
                          <a:solidFill>
                            <a:srgbClr val="FFFFFF"/>
                          </a:solidFill>
                          <a:latin typeface="Aptos"/>
                          <a:ea typeface="Aptos"/>
                          <a:cs typeface="Aptos"/>
                        </a:rPr>
                        <a:t>Drink</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Orders</a:t>
                      </a:r>
                    </a:p>
                  </a:txBody>
                  <a:tcPr marL="91440" marR="91440" marT="45720" marB="45720" anchor="ctr">
                    <a:solidFill>
                      <a:srgbClr val="D6171D"/>
                    </a:solidFill>
                  </a:tcPr>
                </a:tc>
              </a:tr>
              <a:tr h="525780">
                <a:tc>
                  <a:txBody>
                    <a:bodyPr/>
                    <a:lstStyle/>
                    <a:p>
                      <a:pPr algn="l">
                        <a:buNone/>
                      </a:pPr>
                      <a:r>
                        <a:rPr sz="2175" b="0">
                          <a:solidFill>
                            <a:srgbClr val="111111"/>
                          </a:solidFill>
                          <a:latin typeface="Aptos"/>
                          <a:ea typeface="Aptos"/>
                          <a:cs typeface="Aptos"/>
                        </a:rPr>
                        <a:t>Milk tea</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18</a:t>
                      </a:r>
                    </a:p>
                  </a:txBody>
                  <a:tcPr marL="91440" marR="91440" marT="45720" marB="45720" anchor="ctr">
                    <a:solidFill>
                      <a:srgbClr val="FFFFFF"/>
                    </a:solidFill>
                  </a:tcPr>
                </a:tc>
              </a:tr>
              <a:tr h="525780">
                <a:tc>
                  <a:txBody>
                    <a:bodyPr/>
                    <a:lstStyle/>
                    <a:p>
                      <a:pPr algn="l">
                        <a:buNone/>
                      </a:pPr>
                      <a:r>
                        <a:rPr sz="2175" b="0">
                          <a:solidFill>
                            <a:srgbClr val="111111"/>
                          </a:solidFill>
                          <a:latin typeface="Aptos"/>
                          <a:ea typeface="Aptos"/>
                          <a:cs typeface="Aptos"/>
                        </a:rPr>
                        <a:t>Fruit tea</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14</a:t>
                      </a:r>
                    </a:p>
                  </a:txBody>
                  <a:tcPr marL="91440" marR="91440" marT="45720" marB="45720" anchor="ctr">
                    <a:solidFill>
                      <a:srgbClr val="EEF8FE"/>
                    </a:solidFill>
                  </a:tcPr>
                </a:tc>
              </a:tr>
              <a:tr h="525780">
                <a:tc>
                  <a:txBody>
                    <a:bodyPr/>
                    <a:lstStyle/>
                    <a:p>
                      <a:pPr algn="l">
                        <a:buNone/>
                      </a:pPr>
                      <a:r>
                        <a:rPr sz="2175" b="0">
                          <a:solidFill>
                            <a:srgbClr val="111111"/>
                          </a:solidFill>
                          <a:latin typeface="Aptos"/>
                          <a:ea typeface="Aptos"/>
                          <a:cs typeface="Aptos"/>
                        </a:rPr>
                        <a:t>Juice</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10</a:t>
                      </a:r>
                    </a:p>
                  </a:txBody>
                  <a:tcPr marL="91440" marR="91440" marT="45720" marB="45720" anchor="ctr">
                    <a:solidFill>
                      <a:srgbClr val="FFFFFF"/>
                    </a:solidFill>
                  </a:tcPr>
                </a:tc>
              </a:tr>
              <a:tr h="525780">
                <a:tc>
                  <a:txBody>
                    <a:bodyPr/>
                    <a:lstStyle/>
                    <a:p>
                      <a:pPr algn="l">
                        <a:buNone/>
                      </a:pPr>
                      <a:r>
                        <a:rPr sz="2175" b="0">
                          <a:solidFill>
                            <a:srgbClr val="111111"/>
                          </a:solidFill>
                          <a:latin typeface="Aptos"/>
                          <a:ea typeface="Aptos"/>
                          <a:cs typeface="Aptos"/>
                        </a:rPr>
                        <a:t>Water</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8</a:t>
                      </a:r>
                    </a:p>
                  </a:txBody>
                  <a:tcPr marL="91440" marR="91440" marT="45720" marB="45720" anchor="ctr">
                    <a:solidFill>
                      <a:srgbClr val="EEF8FE"/>
                    </a:solidFill>
                  </a:tcPr>
                </a:tc>
              </a:tr>
            </a:tbl>
          </a:graphicData>
        </a:graphic>
      </p:graphicFrame>
    </p:spTree>
    <p:extLst>
      <p:ext uri="{BB962C8B-B14F-4D97-AF65-F5344CB8AC3E}">
        <p14:creationId xmlns:p14="http://schemas.microsoft.com/office/powerpoint/2010/main" val="40489256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15C74A74-6170-44C2-929B-4488422837D9}"/>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What fraction of the whole?</a:t>
            </a:r>
          </a:p>
        </p:txBody>
      </p:sp>
      <p:sp>
        <p:nvSpPr>
          <p:cNvPr id="2" name="Text">
            <a:extLst xmlns:a="http://schemas.openxmlformats.org/drawingml/2006/main">
              <a:ext uri="{FF2B5EF4-FFF2-40B4-BE49-F238E27FC236}">
                <a16:creationId xmlns:a16="http://schemas.microsoft.com/office/drawing/2014/main" id="{A0608E60-4445-49D8-9D1D-0755B6B9A0E3}"/>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One full circle represents all 40 responses.</a:t>
            </a:r>
          </a:p>
        </p:txBody>
      </p:sp>
      <p:sp>
        <p:nvSpPr>
          <p:cNvPr id="3" name="Text">
            <a:extLst xmlns:a="http://schemas.openxmlformats.org/drawingml/2006/main">
              <a:ext uri="{FF2B5EF4-FFF2-40B4-BE49-F238E27FC236}">
                <a16:creationId xmlns:a16="http://schemas.microsoft.com/office/drawing/2014/main" id="{A402C5F1-D5DA-4922-B77D-20A254C8DF9D}"/>
              </a:ext>
            </a:extLst>
          </p:cNvPr>
          <p:cNvSpPr>
            <a:spLocks xmlns:a="http://schemas.openxmlformats.org/drawingml/2006/main" noGrp="1"/>
          </p:cNvSpPr>
          <p:nvPr/>
        </p:nvSpPr>
        <p:spPr>
          <a:xfrm xmlns:a="http://schemas.openxmlformats.org/drawingml/2006/main">
            <a:off x="619125" y="3105150"/>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a:solidFill>
                  <a:srgbClr val="111111"/>
                </a:solidFill>
                <a:latin typeface="Aptos"/>
                <a:ea typeface="Aptos"/>
                <a:cs typeface="Aptos"/>
              </a:defRPr>
            </a:pPr>
            <a:r>
              <a:rPr sz="2475" b="0">
                <a:solidFill>
                  <a:srgbClr val="111111"/>
                </a:solidFill>
                <a:latin typeface="Aptos"/>
                <a:ea typeface="Aptos"/>
                <a:cs typeface="Aptos"/>
              </a:rPr>
              <a:t>Each sector shows one category.</a:t>
            </a:r>
          </a:p>
        </p:txBody>
      </p:sp>
      <p:sp>
        <p:nvSpPr>
          <p:cNvPr id="4" name="Text">
            <a:extLst xmlns:a="http://schemas.openxmlformats.org/drawingml/2006/main">
              <a:ext uri="{FF2B5EF4-FFF2-40B4-BE49-F238E27FC236}">
                <a16:creationId xmlns:a16="http://schemas.microsoft.com/office/drawing/2014/main" id="{505949F7-EE8D-45F7-85BF-FA5C5FE0C5CE}"/>
              </a:ext>
            </a:extLst>
          </p:cNvPr>
          <p:cNvSpPr>
            <a:spLocks xmlns:a="http://schemas.openxmlformats.org/drawingml/2006/main" noGrp="1"/>
          </p:cNvSpPr>
          <p:nvPr/>
        </p:nvSpPr>
        <p:spPr>
          <a:xfrm xmlns:a="http://schemas.openxmlformats.org/drawingml/2006/main">
            <a:off x="619125" y="3943350"/>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a:solidFill>
                  <a:srgbClr val="111111"/>
                </a:solidFill>
                <a:latin typeface="Aptos"/>
                <a:ea typeface="Aptos"/>
                <a:cs typeface="Aptos"/>
              </a:defRPr>
            </a:pPr>
            <a:r>
              <a:rPr sz="2475" b="0">
                <a:solidFill>
                  <a:srgbClr val="111111"/>
                </a:solidFill>
                <a:latin typeface="Aptos"/>
                <a:ea typeface="Aptos"/>
                <a:cs typeface="Aptos"/>
              </a:rPr>
              <a:t>A full circle has 360°.</a:t>
            </a:r>
          </a:p>
        </p:txBody>
      </p:sp>
      <p:sp>
        <p:nvSpPr>
          <p:cNvPr id="5" name="Text">
            <a:extLst xmlns:a="http://schemas.openxmlformats.org/drawingml/2006/main">
              <a:ext uri="{FF2B5EF4-FFF2-40B4-BE49-F238E27FC236}">
                <a16:creationId xmlns:a16="http://schemas.microsoft.com/office/drawing/2014/main" id="{33C6F247-6209-4864-BB5C-5CC85FD9C612}"/>
              </a:ext>
            </a:extLst>
          </p:cNvPr>
          <p:cNvSpPr>
            <a:spLocks xmlns:a="http://schemas.openxmlformats.org/drawingml/2006/main" noGrp="1"/>
          </p:cNvSpPr>
          <p:nvPr/>
        </p:nvSpPr>
        <p:spPr>
          <a:xfrm xmlns:a="http://schemas.openxmlformats.org/drawingml/2006/main">
            <a:off x="619125" y="4781550"/>
            <a:ext cx="571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0">
                <a:solidFill>
                  <a:srgbClr val="111111"/>
                </a:solidFill>
                <a:latin typeface="Aptos"/>
                <a:ea typeface="Aptos"/>
                <a:cs typeface="Aptos"/>
              </a:defRPr>
            </a:pPr>
            <a:r>
              <a:rPr sz="2475" b="0">
                <a:solidFill>
                  <a:srgbClr val="111111"/>
                </a:solidFill>
                <a:latin typeface="Aptos"/>
                <a:ea typeface="Aptos"/>
                <a:cs typeface="Aptos"/>
              </a:rPr>
              <a:t>Noodles: 30% of the students.</a:t>
            </a:r>
          </a:p>
        </p:txBody>
      </p:sp>
      <p:sp>
        <p:nvSpPr>
          <p:cNvPr id="6" name="Freeform 5">
            <a:extLst xmlns:a="http://schemas.openxmlformats.org/drawingml/2006/main">
              <a:ext uri="{FF2B5EF4-FFF2-40B4-BE49-F238E27FC236}">
                <a16:creationId xmlns:a16="http://schemas.microsoft.com/office/drawing/2014/main" id="{BB1BE23A-8ACE-4E6B-9517-E621A5B3D9FF}"/>
              </a:ext>
            </a:extLst>
          </p:cNvPr>
          <p:cNvSpPr>
            <a:spLocks xmlns:a="http://schemas.openxmlformats.org/drawingml/2006/main" noGrp="1"/>
          </p:cNvSpPr>
          <p:nvPr/>
        </p:nvSpPr>
        <p:spPr>
          <a:xfrm xmlns:a="http://schemas.openxmlformats.org/drawingml/2006/main">
            <a:off x="8858250" y="2905125"/>
            <a:ext cx="1381125" cy="1807916"/>
          </a:xfrm>
          <a:custGeom xmlns:a="http://schemas.openxmlformats.org/drawingml/2006/main">
            <a:rect l="0" t="0" r="0" b="0"/>
            <a:pathLst>
              <a:path w="1381125" h="1807916">
                <a:moveTo>
                  <a:pt x="0" y="1381125"/>
                </a:moveTo>
                <a:lnTo>
                  <a:pt x="0" y="0"/>
                </a:lnTo>
                <a:lnTo>
                  <a:pt x="48201" y="841"/>
                </a:lnTo>
                <a:lnTo>
                  <a:pt x="96342" y="3364"/>
                </a:lnTo>
                <a:lnTo>
                  <a:pt x="144367" y="7566"/>
                </a:lnTo>
                <a:lnTo>
                  <a:pt x="192215" y="13441"/>
                </a:lnTo>
                <a:lnTo>
                  <a:pt x="239830" y="20982"/>
                </a:lnTo>
                <a:lnTo>
                  <a:pt x="287152" y="30181"/>
                </a:lnTo>
                <a:lnTo>
                  <a:pt x="334124" y="41025"/>
                </a:lnTo>
                <a:lnTo>
                  <a:pt x="380690" y="53502"/>
                </a:lnTo>
                <a:lnTo>
                  <a:pt x="426791" y="67597"/>
                </a:lnTo>
                <a:lnTo>
                  <a:pt x="472373" y="83292"/>
                </a:lnTo>
                <a:lnTo>
                  <a:pt x="517379" y="100568"/>
                </a:lnTo>
                <a:lnTo>
                  <a:pt x="561754" y="119405"/>
                </a:lnTo>
                <a:lnTo>
                  <a:pt x="605445" y="139778"/>
                </a:lnTo>
                <a:lnTo>
                  <a:pt x="648399" y="161664"/>
                </a:lnTo>
                <a:lnTo>
                  <a:pt x="690563" y="185036"/>
                </a:lnTo>
                <a:lnTo>
                  <a:pt x="731885" y="209865"/>
                </a:lnTo>
                <a:lnTo>
                  <a:pt x="772315" y="236120"/>
                </a:lnTo>
                <a:lnTo>
                  <a:pt x="811805" y="263771"/>
                </a:lnTo>
                <a:lnTo>
                  <a:pt x="850305" y="292784"/>
                </a:lnTo>
                <a:lnTo>
                  <a:pt x="887770" y="323122"/>
                </a:lnTo>
                <a:lnTo>
                  <a:pt x="924153" y="354749"/>
                </a:lnTo>
                <a:lnTo>
                  <a:pt x="959410" y="387627"/>
                </a:lnTo>
                <a:lnTo>
                  <a:pt x="993498" y="421715"/>
                </a:lnTo>
                <a:lnTo>
                  <a:pt x="1026376" y="456972"/>
                </a:lnTo>
                <a:lnTo>
                  <a:pt x="1058003" y="493355"/>
                </a:lnTo>
                <a:lnTo>
                  <a:pt x="1088341" y="530820"/>
                </a:lnTo>
                <a:lnTo>
                  <a:pt x="1117354" y="569320"/>
                </a:lnTo>
                <a:lnTo>
                  <a:pt x="1145005" y="608810"/>
                </a:lnTo>
                <a:lnTo>
                  <a:pt x="1171260" y="649240"/>
                </a:lnTo>
                <a:lnTo>
                  <a:pt x="1196089" y="690563"/>
                </a:lnTo>
                <a:lnTo>
                  <a:pt x="1219461" y="732726"/>
                </a:lnTo>
                <a:lnTo>
                  <a:pt x="1241347" y="775680"/>
                </a:lnTo>
                <a:lnTo>
                  <a:pt x="1261720" y="819371"/>
                </a:lnTo>
                <a:lnTo>
                  <a:pt x="1280557" y="863746"/>
                </a:lnTo>
                <a:lnTo>
                  <a:pt x="1297833" y="908752"/>
                </a:lnTo>
                <a:lnTo>
                  <a:pt x="1313528" y="954334"/>
                </a:lnTo>
                <a:lnTo>
                  <a:pt x="1327623" y="1000435"/>
                </a:lnTo>
                <a:lnTo>
                  <a:pt x="1340100" y="1047001"/>
                </a:lnTo>
                <a:lnTo>
                  <a:pt x="1350944" y="1093973"/>
                </a:lnTo>
                <a:lnTo>
                  <a:pt x="1360143" y="1141295"/>
                </a:lnTo>
                <a:lnTo>
                  <a:pt x="1367684" y="1188910"/>
                </a:lnTo>
                <a:lnTo>
                  <a:pt x="1373559" y="1236758"/>
                </a:lnTo>
                <a:lnTo>
                  <a:pt x="1377761" y="1284783"/>
                </a:lnTo>
                <a:lnTo>
                  <a:pt x="1380284" y="1332924"/>
                </a:lnTo>
                <a:lnTo>
                  <a:pt x="1381125" y="1381125"/>
                </a:lnTo>
                <a:lnTo>
                  <a:pt x="1380284" y="1429326"/>
                </a:lnTo>
                <a:lnTo>
                  <a:pt x="1377761" y="1477467"/>
                </a:lnTo>
                <a:lnTo>
                  <a:pt x="1373559" y="1525492"/>
                </a:lnTo>
                <a:lnTo>
                  <a:pt x="1367684" y="1573340"/>
                </a:lnTo>
                <a:lnTo>
                  <a:pt x="1360143" y="1620955"/>
                </a:lnTo>
                <a:lnTo>
                  <a:pt x="1350944" y="1668277"/>
                </a:lnTo>
                <a:lnTo>
                  <a:pt x="1340100" y="1715249"/>
                </a:lnTo>
                <a:lnTo>
                  <a:pt x="1327623" y="1761815"/>
                </a:lnTo>
                <a:lnTo>
                  <a:pt x="1313528" y="1807916"/>
                </a:lnTo>
                <a:lnTo>
                  <a:pt x="1313528" y="1807916"/>
                </a:lnTo>
                <a:close/>
              </a:path>
            </a:pathLst>
          </a:custGeom>
          <a:solidFill xmlns:a="http://schemas.openxmlformats.org/drawingml/2006/main">
            <a:srgbClr val="FADBDD"/>
          </a:solidFill>
          <a:ln xmlns:a="http://schemas.openxmlformats.org/drawingml/2006/main" w="19050">
            <a:solidFill>
              <a:srgbClr val="D6171D"/>
            </a:solidFill>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71B9DD18-73A7-4559-9F2E-9F1DA6261780}"/>
              </a:ext>
            </a:extLst>
          </p:cNvPr>
          <p:cNvSpPr>
            <a:spLocks xmlns:a="http://schemas.openxmlformats.org/drawingml/2006/main" noGrp="1"/>
          </p:cNvSpPr>
          <p:nvPr/>
        </p:nvSpPr>
        <p:spPr>
          <a:xfrm xmlns:a="http://schemas.openxmlformats.org/drawingml/2006/main">
            <a:off x="7477125" y="2905125"/>
            <a:ext cx="2762250" cy="2762250"/>
          </a:xfrm>
          <a:prstGeom xmlns:a="http://schemas.openxmlformats.org/drawingml/2006/main" prst="ellipse">
            <a:avLst/>
          </a:prstGeom>
          <a:noFill xmlns:a="http://schemas.openxmlformats.org/drawingml/2006/main"/>
          <a:ln xmlns:a="http://schemas.openxmlformats.org/drawingml/2006/main" w="19050">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8" name="Freeform 7">
            <a:extLst xmlns:a="http://schemas.openxmlformats.org/drawingml/2006/main">
              <a:ext uri="{FF2B5EF4-FFF2-40B4-BE49-F238E27FC236}">
                <a16:creationId xmlns:a16="http://schemas.microsoft.com/office/drawing/2014/main" id="{0D3B1963-591D-44F5-B9C2-D04669EBFDA9}"/>
              </a:ext>
            </a:extLst>
          </p:cNvPr>
          <p:cNvSpPr>
            <a:spLocks xmlns:a="http://schemas.openxmlformats.org/drawingml/2006/main" noGrp="1"/>
          </p:cNvSpPr>
          <p:nvPr/>
        </p:nvSpPr>
        <p:spPr>
          <a:xfrm xmlns:a="http://schemas.openxmlformats.org/drawingml/2006/main">
            <a:off x="8858250" y="2905125"/>
            <a:ext cx="953" cy="1381125"/>
          </a:xfrm>
          <a:custGeom xmlns:a="http://schemas.openxmlformats.org/drawingml/2006/main">
            <a:rect l="0" t="0" r="0" b="0"/>
            <a:pathLst>
              <a:path w="953" h="1381125">
                <a:moveTo>
                  <a:pt x="0" y="1381125"/>
                </a:moveTo>
                <a:lnTo>
                  <a:pt x="0" y="0"/>
                </a:lnTo>
              </a:path>
            </a:pathLst>
          </a:custGeom>
          <a:noFill xmlns:a="http://schemas.openxmlformats.org/drawingml/2006/main"/>
          <a:ln xmlns:a="http://schemas.openxmlformats.org/drawingml/2006/main" w="19050">
            <a:solidFill>
              <a:srgbClr val="D6171D"/>
            </a:solidFill>
          </a:ln>
        </p:spPr>
        <p:txBody>
          <a:bodyPr xmlns:a="http://schemas.openxmlformats.org/drawingml/2006/main"/>
          <a:lstStyle xmlns:a="http://schemas.openxmlformats.org/drawingml/2006/main"/>
          <a:p xmlns:a="http://schemas.openxmlformats.org/drawingml/2006/main">
            <a:endParaRPr/>
          </a:p>
        </p:txBody>
      </p:sp>
      <p:sp>
        <p:nvSpPr>
          <p:cNvPr id="9" name="Text">
            <a:extLst xmlns:a="http://schemas.openxmlformats.org/drawingml/2006/main">
              <a:ext uri="{FF2B5EF4-FFF2-40B4-BE49-F238E27FC236}">
                <a16:creationId xmlns:a16="http://schemas.microsoft.com/office/drawing/2014/main" id="{30421968-C908-41F4-AF5F-DA8307FBE888}"/>
              </a:ext>
            </a:extLst>
          </p:cNvPr>
          <p:cNvSpPr>
            <a:spLocks xmlns:a="http://schemas.openxmlformats.org/drawingml/2006/main" noGrp="1"/>
          </p:cNvSpPr>
          <p:nvPr/>
        </p:nvSpPr>
        <p:spPr>
          <a:xfrm xmlns:a="http://schemas.openxmlformats.org/drawingml/2006/main">
            <a:off x="8810625" y="3552825"/>
            <a:ext cx="133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1">
                <a:solidFill>
                  <a:srgbClr val="D6171D"/>
                </a:solidFill>
                <a:latin typeface="Aptos"/>
                <a:ea typeface="Aptos"/>
                <a:cs typeface="Aptos"/>
              </a:defRPr>
            </a:pPr>
            <a:r>
              <a:rPr sz="2850" b="1">
                <a:solidFill>
                  <a:srgbClr val="D6171D"/>
                </a:solidFill>
                <a:latin typeface="Aptos"/>
                <a:ea typeface="Aptos"/>
                <a:cs typeface="Aptos"/>
              </a:rPr>
              <a:t>30%</a:t>
            </a:r>
          </a:p>
        </p:txBody>
      </p:sp>
      <p:sp>
        <p:nvSpPr>
          <p:cNvPr id="10" name="Text">
            <a:extLst xmlns:a="http://schemas.openxmlformats.org/drawingml/2006/main">
              <a:ext uri="{FF2B5EF4-FFF2-40B4-BE49-F238E27FC236}">
                <a16:creationId xmlns:a16="http://schemas.microsoft.com/office/drawing/2014/main" id="{1F257CF3-CFD5-4B43-96A0-4EDAC9FCD503}"/>
              </a:ext>
            </a:extLst>
          </p:cNvPr>
          <p:cNvSpPr>
            <a:spLocks xmlns:a="http://schemas.openxmlformats.org/drawingml/2006/main" noGrp="1"/>
          </p:cNvSpPr>
          <p:nvPr/>
        </p:nvSpPr>
        <p:spPr>
          <a:xfrm xmlns:a="http://schemas.openxmlformats.org/drawingml/2006/main">
            <a:off x="7143750" y="5705475"/>
            <a:ext cx="3476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111111"/>
                </a:solidFill>
                <a:latin typeface="Aptos"/>
                <a:ea typeface="Aptos"/>
                <a:cs typeface="Aptos"/>
              </a:defRPr>
            </a:pPr>
            <a:r>
              <a:rPr sz="1875" b="0">
                <a:solidFill>
                  <a:srgbClr val="111111"/>
                </a:solidFill>
                <a:latin typeface="Aptos"/>
                <a:ea typeface="Aptos"/>
                <a:cs typeface="Aptos"/>
              </a:rPr>
              <a:t>40 responses</a:t>
            </a:r>
          </a:p>
        </p:txBody>
      </p:sp>
    </p:spTree>
    <p:extLst>
      <p:ext uri="{BB962C8B-B14F-4D97-AF65-F5344CB8AC3E}">
        <p14:creationId xmlns:p14="http://schemas.microsoft.com/office/powerpoint/2010/main" val="38270278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15" name="Slide title">
            <a:extLst xmlns:a="http://schemas.openxmlformats.org/drawingml/2006/main">
              <a:ext uri="{FF2B5EF4-FFF2-40B4-BE49-F238E27FC236}">
                <a16:creationId xmlns:a16="http://schemas.microsoft.com/office/drawing/2014/main" id="{70C0C427-42A7-44FB-AFC6-FBFED6ADE172}"/>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Calculate a sector angle</a:t>
            </a:r>
          </a:p>
        </p:txBody>
      </p:sp>
      <p:sp>
        <p:nvSpPr>
          <p:cNvPr id="2" name="Text">
            <a:extLst xmlns:a="http://schemas.openxmlformats.org/drawingml/2006/main">
              <a:ext uri="{FF2B5EF4-FFF2-40B4-BE49-F238E27FC236}">
                <a16:creationId xmlns:a16="http://schemas.microsoft.com/office/drawing/2014/main" id="{31C71F1A-8810-403F-AC2C-802031234E62}"/>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Use the same share of a full turn.</a:t>
            </a:r>
          </a:p>
        </p:txBody>
      </p:sp>
      <p:sp>
        <p:nvSpPr>
          <p:cNvPr id="3" name="Text">
            <a:extLst xmlns:a="http://schemas.openxmlformats.org/drawingml/2006/main">
              <a:ext uri="{FF2B5EF4-FFF2-40B4-BE49-F238E27FC236}">
                <a16:creationId xmlns:a16="http://schemas.microsoft.com/office/drawing/2014/main" id="{92F2D133-4AF6-485E-9975-488CAACEEB13}"/>
              </a:ext>
            </a:extLst>
          </p:cNvPr>
          <p:cNvSpPr>
            <a:spLocks xmlns:a="http://schemas.openxmlformats.org/drawingml/2006/main" noGrp="1"/>
          </p:cNvSpPr>
          <p:nvPr/>
        </p:nvSpPr>
        <p:spPr>
          <a:xfrm xmlns:a="http://schemas.openxmlformats.org/drawingml/2006/main">
            <a:off x="619125" y="30003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75" b="0">
                <a:solidFill>
                  <a:srgbClr val="111111"/>
                </a:solidFill>
                <a:latin typeface="Aptos"/>
                <a:ea typeface="Aptos"/>
                <a:cs typeface="Aptos"/>
              </a:defRPr>
            </a:pPr>
            <a:r>
              <a:rPr sz="3075" b="0">
                <a:solidFill>
                  <a:srgbClr val="111111"/>
                </a:solidFill>
                <a:latin typeface="Aptos"/>
                <a:ea typeface="Aptos"/>
                <a:cs typeface="Aptos"/>
              </a:rPr>
              <a:t>Sector angle =</a:t>
            </a:r>
          </a:p>
        </p:txBody>
      </p:sp>
      <p:sp>
        <p:nvSpPr>
          <p:cNvPr id="4" name="Text">
            <a:extLst xmlns:a="http://schemas.openxmlformats.org/drawingml/2006/main">
              <a:ext uri="{FF2B5EF4-FFF2-40B4-BE49-F238E27FC236}">
                <a16:creationId xmlns:a16="http://schemas.microsoft.com/office/drawing/2014/main" id="{95903E88-7979-4BC9-A514-815BEFDBE08C}"/>
              </a:ext>
            </a:extLst>
          </p:cNvPr>
          <p:cNvSpPr>
            <a:spLocks xmlns:a="http://schemas.openxmlformats.org/drawingml/2006/main" noGrp="1"/>
          </p:cNvSpPr>
          <p:nvPr/>
        </p:nvSpPr>
        <p:spPr>
          <a:xfrm xmlns:a="http://schemas.openxmlformats.org/drawingml/2006/main">
            <a:off x="4000500" y="2952750"/>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0">
                <a:solidFill>
                  <a:srgbClr val="111111"/>
                </a:solidFill>
                <a:latin typeface="Aptos"/>
                <a:ea typeface="Aptos"/>
                <a:cs typeface="Aptos"/>
              </a:defRPr>
            </a:pPr>
            <a:r>
              <a:rPr sz="3150" b="0">
                <a:solidFill>
                  <a:srgbClr val="111111"/>
                </a:solidFill>
                <a:latin typeface="Aptos"/>
                <a:ea typeface="Aptos"/>
                <a:cs typeface="Aptos"/>
              </a:rPr>
              <a:t>f</a:t>
            </a:r>
          </a:p>
        </p:txBody>
      </p:sp>
      <p:sp>
        <p:nvSpPr>
          <p:cNvPr id="5" name="Freeform 4">
            <a:extLst xmlns:a="http://schemas.openxmlformats.org/drawingml/2006/main">
              <a:ext uri="{FF2B5EF4-FFF2-40B4-BE49-F238E27FC236}">
                <a16:creationId xmlns:a16="http://schemas.microsoft.com/office/drawing/2014/main" id="{F657B302-3C8F-45B2-A317-8F671E300D0E}"/>
              </a:ext>
            </a:extLst>
          </p:cNvPr>
          <p:cNvSpPr>
            <a:spLocks xmlns:a="http://schemas.openxmlformats.org/drawingml/2006/main" noGrp="1"/>
          </p:cNvSpPr>
          <p:nvPr/>
        </p:nvSpPr>
        <p:spPr>
          <a:xfrm xmlns:a="http://schemas.openxmlformats.org/drawingml/2006/main">
            <a:off x="4000500" y="3429000"/>
            <a:ext cx="781050" cy="953"/>
          </a:xfrm>
          <a:custGeom xmlns:a="http://schemas.openxmlformats.org/drawingml/2006/main">
            <a:rect l="0" t="0" r="0" b="0"/>
            <a:pathLst>
              <a:path w="781050" h="953">
                <a:moveTo>
                  <a:pt x="0" y="0"/>
                </a:moveTo>
                <a:lnTo>
                  <a:pt x="78105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06E83788-70DC-44A3-BD07-9CC112C2BF75}"/>
              </a:ext>
            </a:extLst>
          </p:cNvPr>
          <p:cNvSpPr>
            <a:spLocks xmlns:a="http://schemas.openxmlformats.org/drawingml/2006/main" noGrp="1"/>
          </p:cNvSpPr>
          <p:nvPr/>
        </p:nvSpPr>
        <p:spPr>
          <a:xfrm xmlns:a="http://schemas.openxmlformats.org/drawingml/2006/main">
            <a:off x="4000500" y="3495675"/>
            <a:ext cx="7810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150" b="0">
                <a:solidFill>
                  <a:srgbClr val="111111"/>
                </a:solidFill>
                <a:latin typeface="Aptos"/>
                <a:ea typeface="Aptos"/>
                <a:cs typeface="Aptos"/>
              </a:defRPr>
            </a:pPr>
            <a:r>
              <a:rPr sz="3150" b="0">
                <a:solidFill>
                  <a:srgbClr val="111111"/>
                </a:solidFill>
                <a:latin typeface="Aptos"/>
                <a:ea typeface="Aptos"/>
                <a:cs typeface="Aptos"/>
              </a:rPr>
              <a:t>n</a:t>
            </a:r>
          </a:p>
        </p:txBody>
      </p:sp>
      <p:sp>
        <p:nvSpPr>
          <p:cNvPr id="7" name="Text">
            <a:extLst xmlns:a="http://schemas.openxmlformats.org/drawingml/2006/main">
              <a:ext uri="{FF2B5EF4-FFF2-40B4-BE49-F238E27FC236}">
                <a16:creationId xmlns:a16="http://schemas.microsoft.com/office/drawing/2014/main" id="{91FDFA2F-29CA-4740-8A6C-BBA79A3BA520}"/>
              </a:ext>
            </a:extLst>
          </p:cNvPr>
          <p:cNvSpPr>
            <a:spLocks xmlns:a="http://schemas.openxmlformats.org/drawingml/2006/main" noGrp="1"/>
          </p:cNvSpPr>
          <p:nvPr/>
        </p:nvSpPr>
        <p:spPr>
          <a:xfrm xmlns:a="http://schemas.openxmlformats.org/drawingml/2006/main">
            <a:off x="5048250" y="3000375"/>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0">
                <a:solidFill>
                  <a:srgbClr val="111111"/>
                </a:solidFill>
                <a:latin typeface="Aptos"/>
                <a:ea typeface="Aptos"/>
                <a:cs typeface="Aptos"/>
              </a:defRPr>
            </a:pPr>
            <a:r>
              <a:rPr sz="3150" b="0">
                <a:solidFill>
                  <a:srgbClr val="111111"/>
                </a:solidFill>
                <a:latin typeface="Aptos"/>
                <a:ea typeface="Aptos"/>
                <a:cs typeface="Aptos"/>
              </a:rPr>
              <a:t>× 360°</a:t>
            </a:r>
          </a:p>
        </p:txBody>
      </p:sp>
      <p:sp>
        <p:nvSpPr>
          <p:cNvPr id="8" name="Text">
            <a:extLst xmlns:a="http://schemas.openxmlformats.org/drawingml/2006/main">
              <a:ext uri="{FF2B5EF4-FFF2-40B4-BE49-F238E27FC236}">
                <a16:creationId xmlns:a16="http://schemas.microsoft.com/office/drawing/2014/main" id="{7E144BE9-2311-4CAC-B743-0A69B06D72E9}"/>
              </a:ext>
            </a:extLst>
          </p:cNvPr>
          <p:cNvSpPr>
            <a:spLocks xmlns:a="http://schemas.openxmlformats.org/drawingml/2006/main" noGrp="1"/>
          </p:cNvSpPr>
          <p:nvPr/>
        </p:nvSpPr>
        <p:spPr>
          <a:xfrm xmlns:a="http://schemas.openxmlformats.org/drawingml/2006/main">
            <a:off x="619125" y="4533900"/>
            <a:ext cx="2190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625" b="1">
                <a:solidFill>
                  <a:srgbClr val="111111"/>
                </a:solidFill>
                <a:latin typeface="Aptos"/>
                <a:ea typeface="Aptos"/>
                <a:cs typeface="Aptos"/>
              </a:defRPr>
            </a:pPr>
            <a:r>
              <a:rPr sz="2625" b="1">
                <a:solidFill>
                  <a:srgbClr val="111111"/>
                </a:solidFill>
                <a:latin typeface="Aptos"/>
                <a:ea typeface="Aptos"/>
                <a:cs typeface="Aptos"/>
              </a:rPr>
              <a:t>Noodles:</a:t>
            </a:r>
          </a:p>
        </p:txBody>
      </p:sp>
      <p:sp>
        <p:nvSpPr>
          <p:cNvPr id="9" name="Text">
            <a:extLst xmlns:a="http://schemas.openxmlformats.org/drawingml/2006/main">
              <a:ext uri="{FF2B5EF4-FFF2-40B4-BE49-F238E27FC236}">
                <a16:creationId xmlns:a16="http://schemas.microsoft.com/office/drawing/2014/main" id="{9863D423-C53D-480B-BBE7-5659E86EE985}"/>
              </a:ext>
            </a:extLst>
          </p:cNvPr>
          <p:cNvSpPr>
            <a:spLocks xmlns:a="http://schemas.openxmlformats.org/drawingml/2006/main" noGrp="1"/>
          </p:cNvSpPr>
          <p:nvPr/>
        </p:nvSpPr>
        <p:spPr>
          <a:xfrm xmlns:a="http://schemas.openxmlformats.org/drawingml/2006/main">
            <a:off x="2733675" y="4495800"/>
            <a:ext cx="1000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75" b="0">
                <a:solidFill>
                  <a:srgbClr val="111111"/>
                </a:solidFill>
                <a:latin typeface="Aptos"/>
                <a:ea typeface="Aptos"/>
                <a:cs typeface="Aptos"/>
              </a:defRPr>
            </a:pPr>
            <a:r>
              <a:rPr sz="3075" b="0">
                <a:solidFill>
                  <a:srgbClr val="111111"/>
                </a:solidFill>
                <a:latin typeface="Aptos"/>
                <a:ea typeface="Aptos"/>
                <a:cs typeface="Aptos"/>
              </a:rPr>
              <a:t>12</a:t>
            </a:r>
          </a:p>
        </p:txBody>
      </p:sp>
      <p:sp>
        <p:nvSpPr>
          <p:cNvPr id="10" name="Freeform 9">
            <a:extLst xmlns:a="http://schemas.openxmlformats.org/drawingml/2006/main">
              <a:ext uri="{FF2B5EF4-FFF2-40B4-BE49-F238E27FC236}">
                <a16:creationId xmlns:a16="http://schemas.microsoft.com/office/drawing/2014/main" id="{4265498F-AB4A-4FFF-A73E-FC24125929D2}"/>
              </a:ext>
            </a:extLst>
          </p:cNvPr>
          <p:cNvSpPr>
            <a:spLocks xmlns:a="http://schemas.openxmlformats.org/drawingml/2006/main" noGrp="1"/>
          </p:cNvSpPr>
          <p:nvPr/>
        </p:nvSpPr>
        <p:spPr>
          <a:xfrm xmlns:a="http://schemas.openxmlformats.org/drawingml/2006/main">
            <a:off x="2733675" y="4962525"/>
            <a:ext cx="1000125" cy="953"/>
          </a:xfrm>
          <a:custGeom xmlns:a="http://schemas.openxmlformats.org/drawingml/2006/main">
            <a:rect l="0" t="0" r="0" b="0"/>
            <a:pathLst>
              <a:path w="1000125" h="953">
                <a:moveTo>
                  <a:pt x="0" y="0"/>
                </a:moveTo>
                <a:lnTo>
                  <a:pt x="1000125"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11" name="Text">
            <a:extLst xmlns:a="http://schemas.openxmlformats.org/drawingml/2006/main">
              <a:ext uri="{FF2B5EF4-FFF2-40B4-BE49-F238E27FC236}">
                <a16:creationId xmlns:a16="http://schemas.microsoft.com/office/drawing/2014/main" id="{024C0C0F-6C71-4064-9169-599D33C6ACE4}"/>
              </a:ext>
            </a:extLst>
          </p:cNvPr>
          <p:cNvSpPr>
            <a:spLocks xmlns:a="http://schemas.openxmlformats.org/drawingml/2006/main" noGrp="1"/>
          </p:cNvSpPr>
          <p:nvPr/>
        </p:nvSpPr>
        <p:spPr>
          <a:xfrm xmlns:a="http://schemas.openxmlformats.org/drawingml/2006/main">
            <a:off x="2733675" y="5029200"/>
            <a:ext cx="1000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75" b="0">
                <a:solidFill>
                  <a:srgbClr val="111111"/>
                </a:solidFill>
                <a:latin typeface="Aptos"/>
                <a:ea typeface="Aptos"/>
                <a:cs typeface="Aptos"/>
              </a:defRPr>
            </a:pPr>
            <a:r>
              <a:rPr sz="3075" b="0">
                <a:solidFill>
                  <a:srgbClr val="111111"/>
                </a:solidFill>
                <a:latin typeface="Aptos"/>
                <a:ea typeface="Aptos"/>
                <a:cs typeface="Aptos"/>
              </a:rPr>
              <a:t>40</a:t>
            </a:r>
          </a:p>
        </p:txBody>
      </p:sp>
      <p:sp>
        <p:nvSpPr>
          <p:cNvPr id="12" name="Text">
            <a:extLst xmlns:a="http://schemas.openxmlformats.org/drawingml/2006/main">
              <a:ext uri="{FF2B5EF4-FFF2-40B4-BE49-F238E27FC236}">
                <a16:creationId xmlns:a16="http://schemas.microsoft.com/office/drawing/2014/main" id="{88C2AAD9-844D-4371-8915-84F0696680C5}"/>
              </a:ext>
            </a:extLst>
          </p:cNvPr>
          <p:cNvSpPr>
            <a:spLocks xmlns:a="http://schemas.openxmlformats.org/drawingml/2006/main" noGrp="1"/>
          </p:cNvSpPr>
          <p:nvPr/>
        </p:nvSpPr>
        <p:spPr>
          <a:xfrm xmlns:a="http://schemas.openxmlformats.org/drawingml/2006/main">
            <a:off x="4000500" y="4533900"/>
            <a:ext cx="714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450" b="1">
                <a:solidFill>
                  <a:srgbClr val="D6171D"/>
                </a:solidFill>
                <a:latin typeface="Aptos"/>
                <a:ea typeface="Aptos"/>
                <a:cs typeface="Aptos"/>
              </a:defRPr>
            </a:pPr>
            <a:r>
              <a:rPr sz="3450" b="1">
                <a:solidFill>
                  <a:srgbClr val="D6171D"/>
                </a:solidFill>
                <a:latin typeface="Aptos"/>
                <a:ea typeface="Aptos"/>
                <a:cs typeface="Aptos"/>
              </a:rPr>
              <a:t>× 360° = 108°</a:t>
            </a:r>
          </a:p>
        </p:txBody>
      </p:sp>
      <p:sp>
        <p:nvSpPr>
          <p:cNvPr id="13" name="Text">
            <a:extLst xmlns:a="http://schemas.openxmlformats.org/drawingml/2006/main">
              <a:ext uri="{FF2B5EF4-FFF2-40B4-BE49-F238E27FC236}">
                <a16:creationId xmlns:a16="http://schemas.microsoft.com/office/drawing/2014/main" id="{91DFE5A2-8982-43AA-BC7E-CD6ED14F609C}"/>
              </a:ext>
            </a:extLst>
          </p:cNvPr>
          <p:cNvSpPr>
            <a:spLocks xmlns:a="http://schemas.openxmlformats.org/drawingml/2006/main" noGrp="1"/>
          </p:cNvSpPr>
          <p:nvPr/>
        </p:nvSpPr>
        <p:spPr>
          <a:xfrm xmlns:a="http://schemas.openxmlformats.org/drawingml/2006/main">
            <a:off x="8667750" y="3009900"/>
            <a:ext cx="285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f = category frequency</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n = total responses</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 = degrees</a:t>
            </a:r>
          </a:p>
        </p:txBody>
      </p:sp>
      <p:sp>
        <p:nvSpPr>
          <p:cNvPr id="14" name="Text">
            <a:extLst xmlns:a="http://schemas.openxmlformats.org/drawingml/2006/main">
              <a:ext uri="{FF2B5EF4-FFF2-40B4-BE49-F238E27FC236}">
                <a16:creationId xmlns:a16="http://schemas.microsoft.com/office/drawing/2014/main" id="{A3D3B5B5-57FD-4DF2-9019-FC5F0D268735}"/>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30% of the students means 30% of the circle.</a:t>
            </a:r>
          </a:p>
        </p:txBody>
      </p:sp>
    </p:spTree>
    <p:extLst>
      <p:ext uri="{BB962C8B-B14F-4D97-AF65-F5344CB8AC3E}">
        <p14:creationId xmlns:p14="http://schemas.microsoft.com/office/powerpoint/2010/main" val="168570101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3" name="Slide title">
            <a:extLst xmlns:a="http://schemas.openxmlformats.org/drawingml/2006/main">
              <a:ext uri="{FF2B5EF4-FFF2-40B4-BE49-F238E27FC236}">
                <a16:creationId xmlns:a16="http://schemas.microsoft.com/office/drawing/2014/main" id="{6B803562-23D6-4652-84EF-2075CF99BDE0}"/>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Calculate the remaining angles</a:t>
            </a:r>
          </a:p>
        </p:txBody>
      </p:sp>
      <p:sp>
        <p:nvSpPr>
          <p:cNvPr id="2" name="Text">
            <a:extLst xmlns:a="http://schemas.openxmlformats.org/drawingml/2006/main">
              <a:ext uri="{FF2B5EF4-FFF2-40B4-BE49-F238E27FC236}">
                <a16:creationId xmlns:a16="http://schemas.microsoft.com/office/drawing/2014/main" id="{69DB3372-C4A0-49C6-99E5-43704CD1738F}"/>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Use your calculator. Keep the total number at 40.</a:t>
            </a:r>
          </a:p>
        </p:txBody>
      </p:sp>
      <p:sp>
        <p:nvSpPr>
          <p:cNvPr id="3" name="Rectangle 2">
            <a:extLst xmlns:a="http://schemas.openxmlformats.org/drawingml/2006/main">
              <a:ext uri="{FF2B5EF4-FFF2-40B4-BE49-F238E27FC236}">
                <a16:creationId xmlns:a16="http://schemas.microsoft.com/office/drawing/2014/main" id="{31A69EBB-84D9-4C22-9BA0-32DEB53BBF00}"/>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Exercise reference">
            <a:extLst xmlns:a="http://schemas.openxmlformats.org/drawingml/2006/main">
              <a:ext uri="{FF2B5EF4-FFF2-40B4-BE49-F238E27FC236}">
                <a16:creationId xmlns:a16="http://schemas.microsoft.com/office/drawing/2014/main" id="{7CC205F0-B18A-4641-8994-26DDF0E286C0}"/>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A3a</a:t>
            </a:r>
          </a:p>
        </p:txBody>
      </p:sp>
      <p:graphicFrame>
        <p:nvGraphicFramePr>
          <p:cNvPr id="19" name="Table 18"/>
          <p:cNvGraphicFramePr/>
          <p:nvPr/>
        </p:nvGraphicFramePr>
        <p:xfrm>
          <a:off xmlns:a="http://schemas.openxmlformats.org/drawingml/2006/main" x="619125" y="2857500"/>
          <a:ext xmlns:a="http://schemas.openxmlformats.org/drawingml/2006/main" cx="7715250" cy="2857500"/>
        </p:xfrm>
        <a:graphic xmlns:a="http://schemas.openxmlformats.org/drawingml/2006/main">
          <a:graphicData uri="http://schemas.openxmlformats.org/drawingml/2006/table">
            <a:tbl>
              <a:tblPr firstRow="1"/>
              <a:tblGrid>
                <a:gridCol w="3667125"/>
                <a:gridCol w="1952625"/>
                <a:gridCol w="2095500"/>
              </a:tblGrid>
              <a:tr h="476250">
                <a:tc>
                  <a:txBody>
                    <a:bodyPr/>
                    <a:lstStyle/>
                    <a:p>
                      <a:pPr algn="l">
                        <a:buNone/>
                      </a:pPr>
                      <a:r>
                        <a:rPr sz="2175" b="1">
                          <a:solidFill>
                            <a:srgbClr val="FFFFFF"/>
                          </a:solidFill>
                          <a:latin typeface="Aptos"/>
                          <a:ea typeface="Aptos"/>
                          <a:cs typeface="Aptos"/>
                        </a:rPr>
                        <a:t>Lunch option</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Frequency</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Sector angle</a:t>
                      </a:r>
                    </a:p>
                  </a:txBody>
                  <a:tcPr marL="91440" marR="91440" marT="45720" marB="45720" anchor="ctr">
                    <a:solidFill>
                      <a:srgbClr val="D6171D"/>
                    </a:solidFill>
                  </a:tcPr>
                </a:tc>
              </a:tr>
              <a:tr h="476250">
                <a:tc>
                  <a:txBody>
                    <a:bodyPr/>
                    <a:lstStyle/>
                    <a:p>
                      <a:pPr algn="l">
                        <a:buNone/>
                      </a:pPr>
                      <a:r>
                        <a:rPr sz="2175" b="0">
                          <a:solidFill>
                            <a:srgbClr val="111111"/>
                          </a:solidFill>
                          <a:latin typeface="Aptos"/>
                          <a:ea typeface="Aptos"/>
                          <a:cs typeface="Aptos"/>
                        </a:rPr>
                        <a:t>Noodles</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12</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108°</a:t>
                      </a:r>
                    </a:p>
                  </a:txBody>
                  <a:tcPr marL="91440" marR="91440" marT="45720" marB="45720" anchor="ctr">
                    <a:solidFill>
                      <a:srgbClr val="FFFFFF"/>
                    </a:solidFill>
                  </a:tcPr>
                </a:tc>
              </a:tr>
              <a:tr h="476250">
                <a:tc>
                  <a:txBody>
                    <a:bodyPr/>
                    <a:lstStyle/>
                    <a:p>
                      <a:pPr algn="l">
                        <a:buNone/>
                      </a:pPr>
                      <a:r>
                        <a:rPr sz="2175" b="0">
                          <a:solidFill>
                            <a:srgbClr val="111111"/>
                          </a:solidFill>
                          <a:latin typeface="Aptos"/>
                          <a:ea typeface="Aptos"/>
                          <a:cs typeface="Aptos"/>
                        </a:rPr>
                        <a:t>Rice bowls</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10</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476250">
                <a:tc>
                  <a:txBody>
                    <a:bodyPr/>
                    <a:lstStyle/>
                    <a:p>
                      <a:pPr algn="l">
                        <a:buNone/>
                      </a:pPr>
                      <a:r>
                        <a:rPr sz="2175" b="0">
                          <a:solidFill>
                            <a:srgbClr val="111111"/>
                          </a:solidFill>
                          <a:latin typeface="Aptos"/>
                          <a:ea typeface="Aptos"/>
                          <a:cs typeface="Aptos"/>
                        </a:rPr>
                        <a:t>Sandwiches</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8</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r h="476250">
                <a:tc>
                  <a:txBody>
                    <a:bodyPr/>
                    <a:lstStyle/>
                    <a:p>
                      <a:pPr algn="l">
                        <a:buNone/>
                      </a:pPr>
                      <a:r>
                        <a:rPr sz="2175" b="0">
                          <a:solidFill>
                            <a:srgbClr val="111111"/>
                          </a:solidFill>
                          <a:latin typeface="Aptos"/>
                          <a:ea typeface="Aptos"/>
                          <a:cs typeface="Aptos"/>
                        </a:rPr>
                        <a:t>Dumplings</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10</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476250">
                <a:tc>
                  <a:txBody>
                    <a:bodyPr/>
                    <a:lstStyle/>
                    <a:p>
                      <a:pPr algn="l">
                        <a:buNone/>
                      </a:pPr>
                      <a:r>
                        <a:rPr sz="2175" b="0">
                          <a:solidFill>
                            <a:srgbClr val="111111"/>
                          </a:solidFill>
                          <a:latin typeface="Aptos"/>
                          <a:ea typeface="Aptos"/>
                          <a:cs typeface="Aptos"/>
                        </a:rPr>
                        <a:t>Total</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40</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A5FCB287-5407-4543-A5ED-780DB684D5CF}"/>
              </a:ext>
            </a:extLst>
          </p:cNvPr>
          <p:cNvSpPr>
            <a:spLocks xmlns:a="http://schemas.openxmlformats.org/drawingml/2006/main" noGrp="1"/>
          </p:cNvSpPr>
          <p:nvPr/>
        </p:nvSpPr>
        <p:spPr>
          <a:xfrm xmlns:a="http://schemas.openxmlformats.org/drawingml/2006/main">
            <a:off x="8858250" y="2952750"/>
            <a:ext cx="252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111111"/>
                </a:solidFill>
                <a:latin typeface="Aptos"/>
                <a:ea typeface="Aptos"/>
                <a:cs typeface="Aptos"/>
              </a:defRPr>
            </a:pPr>
            <a:r>
              <a:rPr sz="2475" b="1">
                <a:solidFill>
                  <a:srgbClr val="111111"/>
                </a:solidFill>
                <a:latin typeface="Aptos"/>
                <a:ea typeface="Aptos"/>
                <a:cs typeface="Aptos"/>
              </a:rPr>
              <a:t>Angle =</a:t>
            </a:r>
          </a:p>
        </p:txBody>
      </p:sp>
      <p:sp>
        <p:nvSpPr>
          <p:cNvPr id="7" name="Text">
            <a:extLst xmlns:a="http://schemas.openxmlformats.org/drawingml/2006/main">
              <a:ext uri="{FF2B5EF4-FFF2-40B4-BE49-F238E27FC236}">
                <a16:creationId xmlns:a16="http://schemas.microsoft.com/office/drawing/2014/main" id="{6E9F42E0-4232-4262-BC97-55C73A871DE4}"/>
              </a:ext>
            </a:extLst>
          </p:cNvPr>
          <p:cNvSpPr>
            <a:spLocks xmlns:a="http://schemas.openxmlformats.org/drawingml/2006/main" noGrp="1"/>
          </p:cNvSpPr>
          <p:nvPr/>
        </p:nvSpPr>
        <p:spPr>
          <a:xfrm xmlns:a="http://schemas.openxmlformats.org/drawingml/2006/main">
            <a:off x="9048750" y="3486150"/>
            <a:ext cx="76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f</a:t>
            </a:r>
          </a:p>
        </p:txBody>
      </p:sp>
      <p:sp>
        <p:nvSpPr>
          <p:cNvPr id="8" name="Freeform 7">
            <a:extLst xmlns:a="http://schemas.openxmlformats.org/drawingml/2006/main">
              <a:ext uri="{FF2B5EF4-FFF2-40B4-BE49-F238E27FC236}">
                <a16:creationId xmlns:a16="http://schemas.microsoft.com/office/drawing/2014/main" id="{351A30F0-27C5-4F9E-ACA8-E4F9D918EF34}"/>
              </a:ext>
            </a:extLst>
          </p:cNvPr>
          <p:cNvSpPr>
            <a:spLocks xmlns:a="http://schemas.openxmlformats.org/drawingml/2006/main" noGrp="1"/>
          </p:cNvSpPr>
          <p:nvPr/>
        </p:nvSpPr>
        <p:spPr>
          <a:xfrm xmlns:a="http://schemas.openxmlformats.org/drawingml/2006/main">
            <a:off x="9048750" y="3924300"/>
            <a:ext cx="762000" cy="953"/>
          </a:xfrm>
          <a:custGeom xmlns:a="http://schemas.openxmlformats.org/drawingml/2006/main">
            <a:rect l="0" t="0" r="0" b="0"/>
            <a:pathLst>
              <a:path w="762000" h="953">
                <a:moveTo>
                  <a:pt x="0" y="0"/>
                </a:moveTo>
                <a:lnTo>
                  <a:pt x="76200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9" name="Text">
            <a:extLst xmlns:a="http://schemas.openxmlformats.org/drawingml/2006/main">
              <a:ext uri="{FF2B5EF4-FFF2-40B4-BE49-F238E27FC236}">
                <a16:creationId xmlns:a16="http://schemas.microsoft.com/office/drawing/2014/main" id="{231809C8-A17D-4E80-9D18-C640E834527B}"/>
              </a:ext>
            </a:extLst>
          </p:cNvPr>
          <p:cNvSpPr>
            <a:spLocks xmlns:a="http://schemas.openxmlformats.org/drawingml/2006/main" noGrp="1"/>
          </p:cNvSpPr>
          <p:nvPr/>
        </p:nvSpPr>
        <p:spPr>
          <a:xfrm xmlns:a="http://schemas.openxmlformats.org/drawingml/2006/main">
            <a:off x="9048750" y="3990975"/>
            <a:ext cx="76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n</a:t>
            </a:r>
          </a:p>
        </p:txBody>
      </p:sp>
      <p:sp>
        <p:nvSpPr>
          <p:cNvPr id="10" name="Text">
            <a:extLst xmlns:a="http://schemas.openxmlformats.org/drawingml/2006/main">
              <a:ext uri="{FF2B5EF4-FFF2-40B4-BE49-F238E27FC236}">
                <a16:creationId xmlns:a16="http://schemas.microsoft.com/office/drawing/2014/main" id="{555208A5-9A5B-42FE-AFF0-60A49CC8815F}"/>
              </a:ext>
            </a:extLst>
          </p:cNvPr>
          <p:cNvSpPr>
            <a:spLocks xmlns:a="http://schemas.openxmlformats.org/drawingml/2006/main" noGrp="1"/>
          </p:cNvSpPr>
          <p:nvPr/>
        </p:nvSpPr>
        <p:spPr>
          <a:xfrm xmlns:a="http://schemas.openxmlformats.org/drawingml/2006/main">
            <a:off x="10096500" y="3495675"/>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 360°</a:t>
            </a:r>
          </a:p>
        </p:txBody>
      </p:sp>
      <p:sp>
        <p:nvSpPr>
          <p:cNvPr id="11" name="Text">
            <a:extLst xmlns:a="http://schemas.openxmlformats.org/drawingml/2006/main">
              <a:ext uri="{FF2B5EF4-FFF2-40B4-BE49-F238E27FC236}">
                <a16:creationId xmlns:a16="http://schemas.microsoft.com/office/drawing/2014/main" id="{423AF8DF-1678-45ED-A5B5-481B036E792D}"/>
              </a:ext>
            </a:extLst>
          </p:cNvPr>
          <p:cNvSpPr>
            <a:spLocks xmlns:a="http://schemas.openxmlformats.org/drawingml/2006/main" noGrp="1"/>
          </p:cNvSpPr>
          <p:nvPr/>
        </p:nvSpPr>
        <p:spPr>
          <a:xfrm xmlns:a="http://schemas.openxmlformats.org/drawingml/2006/main">
            <a:off x="8858250" y="4981575"/>
            <a:ext cx="2619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Check the angles</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add to 360°.</a:t>
            </a:r>
          </a:p>
        </p:txBody>
      </p:sp>
      <p:sp>
        <p:nvSpPr>
          <p:cNvPr id="12" name="Text">
            <a:extLst xmlns:a="http://schemas.openxmlformats.org/drawingml/2006/main">
              <a:ext uri="{FF2B5EF4-FFF2-40B4-BE49-F238E27FC236}">
                <a16:creationId xmlns:a16="http://schemas.microsoft.com/office/drawing/2014/main" id="{52FDF6E3-C2A3-4D08-A950-2960A95794F6}"/>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3 minutes  •  Use the noodles calculation as your model.</a:t>
            </a:r>
          </a:p>
        </p:txBody>
      </p:sp>
    </p:spTree>
    <p:extLst>
      <p:ext uri="{BB962C8B-B14F-4D97-AF65-F5344CB8AC3E}">
        <p14:creationId xmlns:p14="http://schemas.microsoft.com/office/powerpoint/2010/main" val="192571750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43" name="Slide title">
            <a:extLst xmlns:a="http://schemas.openxmlformats.org/drawingml/2006/main">
              <a:ext uri="{FF2B5EF4-FFF2-40B4-BE49-F238E27FC236}">
                <a16:creationId xmlns:a16="http://schemas.microsoft.com/office/drawing/2014/main" id="{1867FC13-9FD8-4BE2-8E29-C2FD5209926D}"/>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Mark the first sector</a:t>
            </a:r>
          </a:p>
        </p:txBody>
      </p:sp>
      <p:sp>
        <p:nvSpPr>
          <p:cNvPr id="2" name="Text">
            <a:extLst xmlns:a="http://schemas.openxmlformats.org/drawingml/2006/main">
              <a:ext uri="{FF2B5EF4-FFF2-40B4-BE49-F238E27FC236}">
                <a16:creationId xmlns:a16="http://schemas.microsoft.com/office/drawing/2014/main" id="{C9C2620E-4A26-4D10-839E-8319D4614040}"/>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Measure clockwise from the starting radius.</a:t>
            </a:r>
          </a:p>
        </p:txBody>
      </p:sp>
      <p:sp>
        <p:nvSpPr>
          <p:cNvPr id="3" name="Text">
            <a:extLst xmlns:a="http://schemas.openxmlformats.org/drawingml/2006/main">
              <a:ext uri="{FF2B5EF4-FFF2-40B4-BE49-F238E27FC236}">
                <a16:creationId xmlns:a16="http://schemas.microsoft.com/office/drawing/2014/main" id="{90F6C028-AABC-4157-9BE1-466B0A0C238B}"/>
              </a:ext>
            </a:extLst>
          </p:cNvPr>
          <p:cNvSpPr>
            <a:spLocks xmlns:a="http://schemas.openxmlformats.org/drawingml/2006/main" noGrp="1"/>
          </p:cNvSpPr>
          <p:nvPr/>
        </p:nvSpPr>
        <p:spPr>
          <a:xfrm xmlns:a="http://schemas.openxmlformats.org/drawingml/2006/main">
            <a:off x="619125" y="2924175"/>
            <a:ext cx="5715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1. Put the protractor centre</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    on the circle centre.</a:t>
            </a:r>
          </a:p>
        </p:txBody>
      </p:sp>
      <p:sp>
        <p:nvSpPr>
          <p:cNvPr id="4" name="Text">
            <a:extLst xmlns:a="http://schemas.openxmlformats.org/drawingml/2006/main">
              <a:ext uri="{FF2B5EF4-FFF2-40B4-BE49-F238E27FC236}">
                <a16:creationId xmlns:a16="http://schemas.microsoft.com/office/drawing/2014/main" id="{D6E3E43B-14B6-4BF7-A98D-E8591BF533B6}"/>
              </a:ext>
            </a:extLst>
          </p:cNvPr>
          <p:cNvSpPr>
            <a:spLocks xmlns:a="http://schemas.openxmlformats.org/drawingml/2006/main" noGrp="1"/>
          </p:cNvSpPr>
          <p:nvPr/>
        </p:nvSpPr>
        <p:spPr>
          <a:xfrm xmlns:a="http://schemas.openxmlformats.org/drawingml/2006/main">
            <a:off x="619125" y="3876675"/>
            <a:ext cx="5715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2. Align 0° with the</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    starting radius.</a:t>
            </a:r>
          </a:p>
        </p:txBody>
      </p:sp>
      <p:sp>
        <p:nvSpPr>
          <p:cNvPr id="5" name="Text">
            <a:extLst xmlns:a="http://schemas.openxmlformats.org/drawingml/2006/main">
              <a:ext uri="{FF2B5EF4-FFF2-40B4-BE49-F238E27FC236}">
                <a16:creationId xmlns:a16="http://schemas.microsoft.com/office/drawing/2014/main" id="{DE9D31FF-E11E-4BA9-A3C2-BDD7FAEAED37}"/>
              </a:ext>
            </a:extLst>
          </p:cNvPr>
          <p:cNvSpPr>
            <a:spLocks xmlns:a="http://schemas.openxmlformats.org/drawingml/2006/main" noGrp="1"/>
          </p:cNvSpPr>
          <p:nvPr/>
        </p:nvSpPr>
        <p:spPr>
          <a:xfrm xmlns:a="http://schemas.openxmlformats.org/drawingml/2006/main">
            <a:off x="619125" y="4829175"/>
            <a:ext cx="5715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3. Mark 108° and draw</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    the second radius.</a:t>
            </a:r>
          </a:p>
        </p:txBody>
      </p:sp>
      <p:sp>
        <p:nvSpPr>
          <p:cNvPr id="6" name="Freeform 5">
            <a:extLst xmlns:a="http://schemas.openxmlformats.org/drawingml/2006/main">
              <a:ext uri="{FF2B5EF4-FFF2-40B4-BE49-F238E27FC236}">
                <a16:creationId xmlns:a16="http://schemas.microsoft.com/office/drawing/2014/main" id="{61B2320F-796F-4808-AE78-4728472F771B}"/>
              </a:ext>
            </a:extLst>
          </p:cNvPr>
          <p:cNvSpPr>
            <a:spLocks xmlns:a="http://schemas.openxmlformats.org/drawingml/2006/main" noGrp="1"/>
          </p:cNvSpPr>
          <p:nvPr/>
        </p:nvSpPr>
        <p:spPr>
          <a:xfrm xmlns:a="http://schemas.openxmlformats.org/drawingml/2006/main">
            <a:off x="8810625" y="2809875"/>
            <a:ext cx="1381125" cy="1807916"/>
          </a:xfrm>
          <a:custGeom xmlns:a="http://schemas.openxmlformats.org/drawingml/2006/main">
            <a:rect l="0" t="0" r="0" b="0"/>
            <a:pathLst>
              <a:path w="1381125" h="1807916">
                <a:moveTo>
                  <a:pt x="0" y="1381125"/>
                </a:moveTo>
                <a:lnTo>
                  <a:pt x="0" y="0"/>
                </a:lnTo>
                <a:lnTo>
                  <a:pt x="48201" y="841"/>
                </a:lnTo>
                <a:lnTo>
                  <a:pt x="96342" y="3364"/>
                </a:lnTo>
                <a:lnTo>
                  <a:pt x="144367" y="7566"/>
                </a:lnTo>
                <a:lnTo>
                  <a:pt x="192215" y="13441"/>
                </a:lnTo>
                <a:lnTo>
                  <a:pt x="239830" y="20982"/>
                </a:lnTo>
                <a:lnTo>
                  <a:pt x="287152" y="30181"/>
                </a:lnTo>
                <a:lnTo>
                  <a:pt x="334124" y="41025"/>
                </a:lnTo>
                <a:lnTo>
                  <a:pt x="380690" y="53502"/>
                </a:lnTo>
                <a:lnTo>
                  <a:pt x="426791" y="67597"/>
                </a:lnTo>
                <a:lnTo>
                  <a:pt x="472373" y="83292"/>
                </a:lnTo>
                <a:lnTo>
                  <a:pt x="517379" y="100568"/>
                </a:lnTo>
                <a:lnTo>
                  <a:pt x="561754" y="119405"/>
                </a:lnTo>
                <a:lnTo>
                  <a:pt x="605445" y="139778"/>
                </a:lnTo>
                <a:lnTo>
                  <a:pt x="648399" y="161664"/>
                </a:lnTo>
                <a:lnTo>
                  <a:pt x="690563" y="185036"/>
                </a:lnTo>
                <a:lnTo>
                  <a:pt x="731885" y="209865"/>
                </a:lnTo>
                <a:lnTo>
                  <a:pt x="772315" y="236120"/>
                </a:lnTo>
                <a:lnTo>
                  <a:pt x="811805" y="263771"/>
                </a:lnTo>
                <a:lnTo>
                  <a:pt x="850305" y="292784"/>
                </a:lnTo>
                <a:lnTo>
                  <a:pt x="887770" y="323122"/>
                </a:lnTo>
                <a:lnTo>
                  <a:pt x="924153" y="354749"/>
                </a:lnTo>
                <a:lnTo>
                  <a:pt x="959410" y="387627"/>
                </a:lnTo>
                <a:lnTo>
                  <a:pt x="993498" y="421715"/>
                </a:lnTo>
                <a:lnTo>
                  <a:pt x="1026376" y="456972"/>
                </a:lnTo>
                <a:lnTo>
                  <a:pt x="1058003" y="493355"/>
                </a:lnTo>
                <a:lnTo>
                  <a:pt x="1088341" y="530820"/>
                </a:lnTo>
                <a:lnTo>
                  <a:pt x="1117354" y="569320"/>
                </a:lnTo>
                <a:lnTo>
                  <a:pt x="1145005" y="608810"/>
                </a:lnTo>
                <a:lnTo>
                  <a:pt x="1171260" y="649240"/>
                </a:lnTo>
                <a:lnTo>
                  <a:pt x="1196089" y="690563"/>
                </a:lnTo>
                <a:lnTo>
                  <a:pt x="1219461" y="732726"/>
                </a:lnTo>
                <a:lnTo>
                  <a:pt x="1241347" y="775680"/>
                </a:lnTo>
                <a:lnTo>
                  <a:pt x="1261720" y="819371"/>
                </a:lnTo>
                <a:lnTo>
                  <a:pt x="1280557" y="863746"/>
                </a:lnTo>
                <a:lnTo>
                  <a:pt x="1297833" y="908752"/>
                </a:lnTo>
                <a:lnTo>
                  <a:pt x="1313528" y="954334"/>
                </a:lnTo>
                <a:lnTo>
                  <a:pt x="1327623" y="1000435"/>
                </a:lnTo>
                <a:lnTo>
                  <a:pt x="1340100" y="1047001"/>
                </a:lnTo>
                <a:lnTo>
                  <a:pt x="1350944" y="1093973"/>
                </a:lnTo>
                <a:lnTo>
                  <a:pt x="1360143" y="1141295"/>
                </a:lnTo>
                <a:lnTo>
                  <a:pt x="1367684" y="1188910"/>
                </a:lnTo>
                <a:lnTo>
                  <a:pt x="1373559" y="1236758"/>
                </a:lnTo>
                <a:lnTo>
                  <a:pt x="1377761" y="1284783"/>
                </a:lnTo>
                <a:lnTo>
                  <a:pt x="1380284" y="1332924"/>
                </a:lnTo>
                <a:lnTo>
                  <a:pt x="1381125" y="1381125"/>
                </a:lnTo>
                <a:lnTo>
                  <a:pt x="1380284" y="1429326"/>
                </a:lnTo>
                <a:lnTo>
                  <a:pt x="1377761" y="1477467"/>
                </a:lnTo>
                <a:lnTo>
                  <a:pt x="1373559" y="1525492"/>
                </a:lnTo>
                <a:lnTo>
                  <a:pt x="1367684" y="1573340"/>
                </a:lnTo>
                <a:lnTo>
                  <a:pt x="1360143" y="1620955"/>
                </a:lnTo>
                <a:lnTo>
                  <a:pt x="1350944" y="1668277"/>
                </a:lnTo>
                <a:lnTo>
                  <a:pt x="1340100" y="1715249"/>
                </a:lnTo>
                <a:lnTo>
                  <a:pt x="1327623" y="1761815"/>
                </a:lnTo>
                <a:lnTo>
                  <a:pt x="1313528" y="1807916"/>
                </a:lnTo>
                <a:lnTo>
                  <a:pt x="1313528" y="1807916"/>
                </a:lnTo>
                <a:close/>
              </a:path>
            </a:pathLst>
          </a:custGeom>
          <a:solidFill xmlns:a="http://schemas.openxmlformats.org/drawingml/2006/main">
            <a:srgbClr val="FADBDD"/>
          </a:solidFill>
          <a:ln xmlns:a="http://schemas.openxmlformats.org/drawingml/2006/main" w="19050">
            <a:solidFill>
              <a:srgbClr val="D6171D"/>
            </a:solidFill>
          </a:ln>
        </p:spPr>
        <p:txBody>
          <a:bodyPr xmlns:a="http://schemas.openxmlformats.org/drawingml/2006/main"/>
          <a:lstStyle xmlns:a="http://schemas.openxmlformats.org/drawingml/2006/main"/>
          <a:p xmlns:a="http://schemas.openxmlformats.org/drawingml/2006/main">
            <a:endParaRPr/>
          </a:p>
        </p:txBody>
      </p:sp>
      <p:sp>
        <p:nvSpPr>
          <p:cNvPr id="7" name="Oval 6">
            <a:extLst xmlns:a="http://schemas.openxmlformats.org/drawingml/2006/main">
              <a:ext uri="{FF2B5EF4-FFF2-40B4-BE49-F238E27FC236}">
                <a16:creationId xmlns:a16="http://schemas.microsoft.com/office/drawing/2014/main" id="{B06CCEEA-5513-48F2-9CF9-B4CF57177C19}"/>
              </a:ext>
            </a:extLst>
          </p:cNvPr>
          <p:cNvSpPr>
            <a:spLocks xmlns:a="http://schemas.openxmlformats.org/drawingml/2006/main" noGrp="1"/>
          </p:cNvSpPr>
          <p:nvPr/>
        </p:nvSpPr>
        <p:spPr>
          <a:xfrm xmlns:a="http://schemas.openxmlformats.org/drawingml/2006/main">
            <a:off x="7429500" y="2809875"/>
            <a:ext cx="2762250" cy="2762250"/>
          </a:xfrm>
          <a:prstGeom xmlns:a="http://schemas.openxmlformats.org/drawingml/2006/main" prst="ellipse">
            <a:avLst/>
          </a:prstGeom>
          <a:noFill xmlns:a="http://schemas.openxmlformats.org/drawingml/2006/main"/>
          <a:ln xmlns:a="http://schemas.openxmlformats.org/drawingml/2006/main" w="19050">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8" name="Freeform 7">
            <a:extLst xmlns:a="http://schemas.openxmlformats.org/drawingml/2006/main">
              <a:ext uri="{FF2B5EF4-FFF2-40B4-BE49-F238E27FC236}">
                <a16:creationId xmlns:a16="http://schemas.microsoft.com/office/drawing/2014/main" id="{F9EA2849-B32C-4479-B2F2-419CDC660F1A}"/>
              </a:ext>
            </a:extLst>
          </p:cNvPr>
          <p:cNvSpPr>
            <a:spLocks xmlns:a="http://schemas.openxmlformats.org/drawingml/2006/main" noGrp="1"/>
          </p:cNvSpPr>
          <p:nvPr/>
        </p:nvSpPr>
        <p:spPr>
          <a:xfrm xmlns:a="http://schemas.openxmlformats.org/drawingml/2006/main">
            <a:off x="8810625" y="2809875"/>
            <a:ext cx="953" cy="1381125"/>
          </a:xfrm>
          <a:custGeom xmlns:a="http://schemas.openxmlformats.org/drawingml/2006/main">
            <a:rect l="0" t="0" r="0" b="0"/>
            <a:pathLst>
              <a:path w="953" h="1381125">
                <a:moveTo>
                  <a:pt x="0" y="1381125"/>
                </a:moveTo>
                <a:lnTo>
                  <a:pt x="0" y="0"/>
                </a:lnTo>
              </a:path>
            </a:pathLst>
          </a:custGeom>
          <a:noFill xmlns:a="http://schemas.openxmlformats.org/drawingml/2006/main"/>
          <a:ln xmlns:a="http://schemas.openxmlformats.org/drawingml/2006/main" w="28575">
            <a:solidFill>
              <a:srgbClr val="D6171D"/>
            </a:solidFill>
          </a:ln>
        </p:spPr>
        <p:txBody>
          <a:bodyPr xmlns:a="http://schemas.openxmlformats.org/drawingml/2006/main"/>
          <a:lstStyle xmlns:a="http://schemas.openxmlformats.org/drawingml/2006/main"/>
          <a:p xmlns:a="http://schemas.openxmlformats.org/drawingml/2006/main">
            <a:endParaRPr/>
          </a:p>
        </p:txBody>
      </p:sp>
      <p:sp>
        <p:nvSpPr>
          <p:cNvPr id="9" name="Freeform 8">
            <a:extLst xmlns:a="http://schemas.openxmlformats.org/drawingml/2006/main">
              <a:ext uri="{FF2B5EF4-FFF2-40B4-BE49-F238E27FC236}">
                <a16:creationId xmlns:a16="http://schemas.microsoft.com/office/drawing/2014/main" id="{9A2399D6-BB94-4E46-804B-A33AB67E3D2A}"/>
              </a:ext>
            </a:extLst>
          </p:cNvPr>
          <p:cNvSpPr>
            <a:spLocks xmlns:a="http://schemas.openxmlformats.org/drawingml/2006/main" noGrp="1"/>
          </p:cNvSpPr>
          <p:nvPr/>
        </p:nvSpPr>
        <p:spPr>
          <a:xfrm xmlns:a="http://schemas.openxmlformats.org/drawingml/2006/main">
            <a:off x="8810625" y="2495550"/>
            <a:ext cx="1695450" cy="3390900"/>
          </a:xfrm>
          <a:custGeom xmlns:a="http://schemas.openxmlformats.org/drawingml/2006/main">
            <a:rect l="0" t="0" r="0" b="0"/>
            <a:pathLst>
              <a:path w="1695450" h="3390900">
                <a:moveTo>
                  <a:pt x="0" y="0"/>
                </a:moveTo>
                <a:lnTo>
                  <a:pt x="59170" y="1033"/>
                </a:lnTo>
                <a:lnTo>
                  <a:pt x="118269" y="4130"/>
                </a:lnTo>
                <a:lnTo>
                  <a:pt x="177223" y="9288"/>
                </a:lnTo>
                <a:lnTo>
                  <a:pt x="235961" y="16500"/>
                </a:lnTo>
                <a:lnTo>
                  <a:pt x="294412" y="25758"/>
                </a:lnTo>
                <a:lnTo>
                  <a:pt x="352504" y="37050"/>
                </a:lnTo>
                <a:lnTo>
                  <a:pt x="410166" y="50362"/>
                </a:lnTo>
                <a:lnTo>
                  <a:pt x="467329" y="65679"/>
                </a:lnTo>
                <a:lnTo>
                  <a:pt x="523923" y="82981"/>
                </a:lnTo>
                <a:lnTo>
                  <a:pt x="579878" y="102248"/>
                </a:lnTo>
                <a:lnTo>
                  <a:pt x="635127" y="123456"/>
                </a:lnTo>
                <a:lnTo>
                  <a:pt x="689602" y="146579"/>
                </a:lnTo>
                <a:lnTo>
                  <a:pt x="743236" y="171590"/>
                </a:lnTo>
                <a:lnTo>
                  <a:pt x="795966" y="198457"/>
                </a:lnTo>
                <a:lnTo>
                  <a:pt x="847725" y="227147"/>
                </a:lnTo>
                <a:lnTo>
                  <a:pt x="898452" y="257627"/>
                </a:lnTo>
                <a:lnTo>
                  <a:pt x="948084" y="289858"/>
                </a:lnTo>
                <a:lnTo>
                  <a:pt x="996561" y="323802"/>
                </a:lnTo>
                <a:lnTo>
                  <a:pt x="1043823" y="359417"/>
                </a:lnTo>
                <a:lnTo>
                  <a:pt x="1089814" y="396660"/>
                </a:lnTo>
                <a:lnTo>
                  <a:pt x="1134477" y="435485"/>
                </a:lnTo>
                <a:lnTo>
                  <a:pt x="1177759" y="475845"/>
                </a:lnTo>
                <a:lnTo>
                  <a:pt x="1219605" y="517691"/>
                </a:lnTo>
                <a:lnTo>
                  <a:pt x="1259965" y="560973"/>
                </a:lnTo>
                <a:lnTo>
                  <a:pt x="1298790" y="605636"/>
                </a:lnTo>
                <a:lnTo>
                  <a:pt x="1336033" y="651627"/>
                </a:lnTo>
                <a:lnTo>
                  <a:pt x="1371648" y="698889"/>
                </a:lnTo>
                <a:lnTo>
                  <a:pt x="1405592" y="747366"/>
                </a:lnTo>
                <a:lnTo>
                  <a:pt x="1437823" y="796998"/>
                </a:lnTo>
                <a:lnTo>
                  <a:pt x="1468303" y="847725"/>
                </a:lnTo>
                <a:lnTo>
                  <a:pt x="1496993" y="899484"/>
                </a:lnTo>
                <a:lnTo>
                  <a:pt x="1523860" y="952214"/>
                </a:lnTo>
                <a:lnTo>
                  <a:pt x="1548871" y="1005848"/>
                </a:lnTo>
                <a:lnTo>
                  <a:pt x="1571994" y="1060323"/>
                </a:lnTo>
                <a:lnTo>
                  <a:pt x="1593202" y="1115572"/>
                </a:lnTo>
                <a:lnTo>
                  <a:pt x="1612469" y="1171527"/>
                </a:lnTo>
                <a:lnTo>
                  <a:pt x="1629771" y="1228121"/>
                </a:lnTo>
                <a:lnTo>
                  <a:pt x="1645088" y="1285284"/>
                </a:lnTo>
                <a:lnTo>
                  <a:pt x="1658400" y="1342946"/>
                </a:lnTo>
                <a:lnTo>
                  <a:pt x="1669692" y="1401038"/>
                </a:lnTo>
                <a:lnTo>
                  <a:pt x="1678950" y="1459489"/>
                </a:lnTo>
                <a:lnTo>
                  <a:pt x="1686162" y="1518227"/>
                </a:lnTo>
                <a:lnTo>
                  <a:pt x="1691320" y="1577181"/>
                </a:lnTo>
                <a:lnTo>
                  <a:pt x="1694417" y="1636280"/>
                </a:lnTo>
                <a:lnTo>
                  <a:pt x="1695450" y="1695450"/>
                </a:lnTo>
                <a:lnTo>
                  <a:pt x="1694417" y="1754620"/>
                </a:lnTo>
                <a:lnTo>
                  <a:pt x="1691320" y="1813719"/>
                </a:lnTo>
                <a:lnTo>
                  <a:pt x="1686162" y="1872673"/>
                </a:lnTo>
                <a:lnTo>
                  <a:pt x="1678950" y="1931411"/>
                </a:lnTo>
                <a:lnTo>
                  <a:pt x="1669692" y="1989862"/>
                </a:lnTo>
                <a:lnTo>
                  <a:pt x="1658400" y="2047954"/>
                </a:lnTo>
                <a:lnTo>
                  <a:pt x="1645088" y="2105616"/>
                </a:lnTo>
                <a:lnTo>
                  <a:pt x="1629771" y="2162779"/>
                </a:lnTo>
                <a:lnTo>
                  <a:pt x="1612469" y="2219373"/>
                </a:lnTo>
                <a:lnTo>
                  <a:pt x="1593202" y="2275328"/>
                </a:lnTo>
                <a:lnTo>
                  <a:pt x="1571994" y="2330577"/>
                </a:lnTo>
                <a:lnTo>
                  <a:pt x="1548871" y="2385052"/>
                </a:lnTo>
                <a:lnTo>
                  <a:pt x="1523860" y="2438686"/>
                </a:lnTo>
                <a:lnTo>
                  <a:pt x="1496993" y="2491416"/>
                </a:lnTo>
                <a:lnTo>
                  <a:pt x="1468303" y="2543175"/>
                </a:lnTo>
                <a:lnTo>
                  <a:pt x="1437823" y="2593902"/>
                </a:lnTo>
                <a:lnTo>
                  <a:pt x="1405592" y="2643534"/>
                </a:lnTo>
                <a:lnTo>
                  <a:pt x="1371648" y="2692011"/>
                </a:lnTo>
                <a:lnTo>
                  <a:pt x="1336033" y="2739273"/>
                </a:lnTo>
                <a:lnTo>
                  <a:pt x="1298790" y="2785264"/>
                </a:lnTo>
                <a:lnTo>
                  <a:pt x="1259965" y="2829927"/>
                </a:lnTo>
                <a:lnTo>
                  <a:pt x="1219605" y="2873209"/>
                </a:lnTo>
                <a:lnTo>
                  <a:pt x="1177759" y="2915055"/>
                </a:lnTo>
                <a:lnTo>
                  <a:pt x="1134477" y="2955415"/>
                </a:lnTo>
                <a:lnTo>
                  <a:pt x="1089814" y="2994240"/>
                </a:lnTo>
                <a:lnTo>
                  <a:pt x="1043823" y="3031483"/>
                </a:lnTo>
                <a:lnTo>
                  <a:pt x="996561" y="3067098"/>
                </a:lnTo>
                <a:lnTo>
                  <a:pt x="948084" y="3101042"/>
                </a:lnTo>
                <a:lnTo>
                  <a:pt x="898452" y="3133273"/>
                </a:lnTo>
                <a:lnTo>
                  <a:pt x="847725" y="3163753"/>
                </a:lnTo>
                <a:lnTo>
                  <a:pt x="795966" y="3192443"/>
                </a:lnTo>
                <a:lnTo>
                  <a:pt x="743236" y="3219310"/>
                </a:lnTo>
                <a:lnTo>
                  <a:pt x="689602" y="3244321"/>
                </a:lnTo>
                <a:lnTo>
                  <a:pt x="635127" y="3267444"/>
                </a:lnTo>
                <a:lnTo>
                  <a:pt x="579878" y="3288652"/>
                </a:lnTo>
                <a:lnTo>
                  <a:pt x="523923" y="3307919"/>
                </a:lnTo>
                <a:lnTo>
                  <a:pt x="467329" y="3325221"/>
                </a:lnTo>
                <a:lnTo>
                  <a:pt x="410166" y="3340538"/>
                </a:lnTo>
                <a:lnTo>
                  <a:pt x="352504" y="3353850"/>
                </a:lnTo>
                <a:lnTo>
                  <a:pt x="294412" y="3365142"/>
                </a:lnTo>
                <a:lnTo>
                  <a:pt x="235961" y="3374400"/>
                </a:lnTo>
                <a:lnTo>
                  <a:pt x="177223" y="3381612"/>
                </a:lnTo>
                <a:lnTo>
                  <a:pt x="118269" y="3386770"/>
                </a:lnTo>
                <a:lnTo>
                  <a:pt x="59170" y="3389867"/>
                </a:lnTo>
                <a:lnTo>
                  <a:pt x="0" y="3390900"/>
                </a:lnTo>
              </a:path>
            </a:pathLst>
          </a:custGeom>
          <a:noFill xmlns:a="http://schemas.openxmlformats.org/drawingml/2006/main"/>
          <a:ln xmlns:a="http://schemas.openxmlformats.org/drawingml/2006/main" w="1905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10" name="Freeform 9">
            <a:extLst xmlns:a="http://schemas.openxmlformats.org/drawingml/2006/main">
              <a:ext uri="{FF2B5EF4-FFF2-40B4-BE49-F238E27FC236}">
                <a16:creationId xmlns:a16="http://schemas.microsoft.com/office/drawing/2014/main" id="{3863A38A-C0BA-417E-A99D-1EB2D6261EF5}"/>
              </a:ext>
            </a:extLst>
          </p:cNvPr>
          <p:cNvSpPr>
            <a:spLocks xmlns:a="http://schemas.openxmlformats.org/drawingml/2006/main" noGrp="1"/>
          </p:cNvSpPr>
          <p:nvPr/>
        </p:nvSpPr>
        <p:spPr>
          <a:xfrm xmlns:a="http://schemas.openxmlformats.org/drawingml/2006/main">
            <a:off x="8810625" y="2495550"/>
            <a:ext cx="953" cy="3390900"/>
          </a:xfrm>
          <a:custGeom xmlns:a="http://schemas.openxmlformats.org/drawingml/2006/main">
            <a:rect l="0" t="0" r="0" b="0"/>
            <a:pathLst>
              <a:path w="953" h="3390900">
                <a:moveTo>
                  <a:pt x="0" y="0"/>
                </a:moveTo>
                <a:lnTo>
                  <a:pt x="0" y="3390900"/>
                </a:lnTo>
              </a:path>
            </a:pathLst>
          </a:custGeom>
          <a:noFill xmlns:a="http://schemas.openxmlformats.org/drawingml/2006/main"/>
          <a:ln xmlns:a="http://schemas.openxmlformats.org/drawingml/2006/main" w="9525">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11" name="Freeform 10">
            <a:extLst xmlns:a="http://schemas.openxmlformats.org/drawingml/2006/main">
              <a:ext uri="{FF2B5EF4-FFF2-40B4-BE49-F238E27FC236}">
                <a16:creationId xmlns:a16="http://schemas.microsoft.com/office/drawing/2014/main" id="{CAC7AAC5-36D1-4B73-8BA1-7F9E94CF1A2C}"/>
              </a:ext>
            </a:extLst>
          </p:cNvPr>
          <p:cNvSpPr>
            <a:spLocks xmlns:a="http://schemas.openxmlformats.org/drawingml/2006/main" noGrp="1"/>
          </p:cNvSpPr>
          <p:nvPr/>
        </p:nvSpPr>
        <p:spPr>
          <a:xfrm xmlns:a="http://schemas.openxmlformats.org/drawingml/2006/main">
            <a:off x="8810625" y="2495550"/>
            <a:ext cx="953" cy="142875"/>
          </a:xfrm>
          <a:custGeom xmlns:a="http://schemas.openxmlformats.org/drawingml/2006/main">
            <a:rect l="0" t="0" r="0" b="0"/>
            <a:pathLst>
              <a:path w="953" h="142875">
                <a:moveTo>
                  <a:pt x="0" y="0"/>
                </a:moveTo>
                <a:lnTo>
                  <a:pt x="0" y="142875"/>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1753AEAB-403B-46BA-AA85-94CFAAD5832C}"/>
              </a:ext>
            </a:extLst>
          </p:cNvPr>
          <p:cNvSpPr>
            <a:spLocks xmlns:a="http://schemas.openxmlformats.org/drawingml/2006/main" noGrp="1"/>
          </p:cNvSpPr>
          <p:nvPr/>
        </p:nvSpPr>
        <p:spPr>
          <a:xfrm xmlns:a="http://schemas.openxmlformats.org/drawingml/2006/main">
            <a:off x="8562975" y="214312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267AA0"/>
                </a:solidFill>
                <a:latin typeface="Aptos"/>
                <a:ea typeface="Aptos"/>
                <a:cs typeface="Aptos"/>
              </a:defRPr>
            </a:pPr>
            <a:r>
              <a:rPr sz="1575" b="0">
                <a:solidFill>
                  <a:srgbClr val="267AA0"/>
                </a:solidFill>
                <a:latin typeface="Aptos"/>
                <a:ea typeface="Aptos"/>
                <a:cs typeface="Aptos"/>
              </a:rPr>
              <a:t>0°</a:t>
            </a:r>
          </a:p>
        </p:txBody>
      </p:sp>
      <p:sp>
        <p:nvSpPr>
          <p:cNvPr id="13" name="Freeform 12">
            <a:extLst xmlns:a="http://schemas.openxmlformats.org/drawingml/2006/main">
              <a:ext uri="{FF2B5EF4-FFF2-40B4-BE49-F238E27FC236}">
                <a16:creationId xmlns:a16="http://schemas.microsoft.com/office/drawing/2014/main" id="{46C61506-BC84-4203-A911-385F048816FC}"/>
              </a:ext>
            </a:extLst>
          </p:cNvPr>
          <p:cNvSpPr>
            <a:spLocks xmlns:a="http://schemas.openxmlformats.org/drawingml/2006/main" noGrp="1"/>
          </p:cNvSpPr>
          <p:nvPr/>
        </p:nvSpPr>
        <p:spPr>
          <a:xfrm xmlns:a="http://schemas.openxmlformats.org/drawingml/2006/main">
            <a:off x="9091805" y="2521308"/>
            <a:ext cx="13232" cy="75042"/>
          </a:xfrm>
          <a:custGeom xmlns:a="http://schemas.openxmlformats.org/drawingml/2006/main">
            <a:rect l="0" t="0" r="0" b="0"/>
            <a:pathLst>
              <a:path w="13232" h="75042">
                <a:moveTo>
                  <a:pt x="13232" y="0"/>
                </a:moveTo>
                <a:lnTo>
                  <a:pt x="0" y="75042"/>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14" name="Freeform 13">
            <a:extLst xmlns:a="http://schemas.openxmlformats.org/drawingml/2006/main">
              <a:ext uri="{FF2B5EF4-FFF2-40B4-BE49-F238E27FC236}">
                <a16:creationId xmlns:a16="http://schemas.microsoft.com/office/drawing/2014/main" id="{C706A2B4-2AC4-49EF-9FFF-17D1D0F2D44C}"/>
              </a:ext>
            </a:extLst>
          </p:cNvPr>
          <p:cNvSpPr>
            <a:spLocks xmlns:a="http://schemas.openxmlformats.org/drawingml/2006/main" noGrp="1"/>
          </p:cNvSpPr>
          <p:nvPr/>
        </p:nvSpPr>
        <p:spPr>
          <a:xfrm xmlns:a="http://schemas.openxmlformats.org/drawingml/2006/main">
            <a:off x="9364441" y="2597798"/>
            <a:ext cx="26062" cy="71605"/>
          </a:xfrm>
          <a:custGeom xmlns:a="http://schemas.openxmlformats.org/drawingml/2006/main">
            <a:rect l="0" t="0" r="0" b="0"/>
            <a:pathLst>
              <a:path w="26062" h="71605">
                <a:moveTo>
                  <a:pt x="26062" y="0"/>
                </a:moveTo>
                <a:lnTo>
                  <a:pt x="0" y="71605"/>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15" name="Freeform 14">
            <a:extLst xmlns:a="http://schemas.openxmlformats.org/drawingml/2006/main">
              <a:ext uri="{FF2B5EF4-FFF2-40B4-BE49-F238E27FC236}">
                <a16:creationId xmlns:a16="http://schemas.microsoft.com/office/drawing/2014/main" id="{2592BBBF-0B7C-4D1F-9499-D800E49E5921}"/>
              </a:ext>
            </a:extLst>
          </p:cNvPr>
          <p:cNvSpPr>
            <a:spLocks xmlns:a="http://schemas.openxmlformats.org/drawingml/2006/main" noGrp="1"/>
          </p:cNvSpPr>
          <p:nvPr/>
        </p:nvSpPr>
        <p:spPr>
          <a:xfrm xmlns:a="http://schemas.openxmlformats.org/drawingml/2006/main">
            <a:off x="9586913" y="2722697"/>
            <a:ext cx="71438" cy="123733"/>
          </a:xfrm>
          <a:custGeom xmlns:a="http://schemas.openxmlformats.org/drawingml/2006/main">
            <a:rect l="0" t="0" r="0" b="0"/>
            <a:pathLst>
              <a:path w="71438" h="123733">
                <a:moveTo>
                  <a:pt x="71438" y="0"/>
                </a:moveTo>
                <a:lnTo>
                  <a:pt x="0" y="123733"/>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16" name="Text">
            <a:extLst xmlns:a="http://schemas.openxmlformats.org/drawingml/2006/main">
              <a:ext uri="{FF2B5EF4-FFF2-40B4-BE49-F238E27FC236}">
                <a16:creationId xmlns:a16="http://schemas.microsoft.com/office/drawing/2014/main" id="{0DEBA104-6DDD-484D-A4B4-A67447113ADD}"/>
              </a:ext>
            </a:extLst>
          </p:cNvPr>
          <p:cNvSpPr>
            <a:spLocks xmlns:a="http://schemas.openxmlformats.org/drawingml/2006/main" noGrp="1"/>
          </p:cNvSpPr>
          <p:nvPr/>
        </p:nvSpPr>
        <p:spPr>
          <a:xfrm xmlns:a="http://schemas.openxmlformats.org/drawingml/2006/main">
            <a:off x="9520238" y="2399623"/>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267AA0"/>
                </a:solidFill>
                <a:latin typeface="Aptos"/>
                <a:ea typeface="Aptos"/>
                <a:cs typeface="Aptos"/>
              </a:defRPr>
            </a:pPr>
            <a:r>
              <a:rPr sz="1575" b="0">
                <a:solidFill>
                  <a:srgbClr val="267AA0"/>
                </a:solidFill>
                <a:latin typeface="Aptos"/>
                <a:ea typeface="Aptos"/>
                <a:cs typeface="Aptos"/>
              </a:rPr>
              <a:t>30°</a:t>
            </a:r>
          </a:p>
        </p:txBody>
      </p:sp>
      <p:sp>
        <p:nvSpPr>
          <p:cNvPr id="17" name="Freeform 16">
            <a:extLst xmlns:a="http://schemas.openxmlformats.org/drawingml/2006/main">
              <a:ext uri="{FF2B5EF4-FFF2-40B4-BE49-F238E27FC236}">
                <a16:creationId xmlns:a16="http://schemas.microsoft.com/office/drawing/2014/main" id="{037ED5FF-AA7B-4F24-BB68-5D19404D04EB}"/>
              </a:ext>
            </a:extLst>
          </p:cNvPr>
          <p:cNvSpPr>
            <a:spLocks xmlns:a="http://schemas.openxmlformats.org/drawingml/2006/main" noGrp="1"/>
          </p:cNvSpPr>
          <p:nvPr/>
        </p:nvSpPr>
        <p:spPr>
          <a:xfrm xmlns:a="http://schemas.openxmlformats.org/drawingml/2006/main">
            <a:off x="9851459" y="2892210"/>
            <a:ext cx="48980" cy="58373"/>
          </a:xfrm>
          <a:custGeom xmlns:a="http://schemas.openxmlformats.org/drawingml/2006/main">
            <a:rect l="0" t="0" r="0" b="0"/>
            <a:pathLst>
              <a:path w="48980" h="58373">
                <a:moveTo>
                  <a:pt x="48980" y="0"/>
                </a:moveTo>
                <a:lnTo>
                  <a:pt x="0" y="58373"/>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18" name="Freeform 17">
            <a:extLst xmlns:a="http://schemas.openxmlformats.org/drawingml/2006/main">
              <a:ext uri="{FF2B5EF4-FFF2-40B4-BE49-F238E27FC236}">
                <a16:creationId xmlns:a16="http://schemas.microsoft.com/office/drawing/2014/main" id="{13458886-168E-449C-A819-3FF3A9FE66CA}"/>
              </a:ext>
            </a:extLst>
          </p:cNvPr>
          <p:cNvSpPr>
            <a:spLocks xmlns:a="http://schemas.openxmlformats.org/drawingml/2006/main" noGrp="1"/>
          </p:cNvSpPr>
          <p:nvPr/>
        </p:nvSpPr>
        <p:spPr>
          <a:xfrm xmlns:a="http://schemas.openxmlformats.org/drawingml/2006/main">
            <a:off x="10051042" y="3101186"/>
            <a:ext cx="58373" cy="48980"/>
          </a:xfrm>
          <a:custGeom xmlns:a="http://schemas.openxmlformats.org/drawingml/2006/main">
            <a:rect l="0" t="0" r="0" b="0"/>
            <a:pathLst>
              <a:path w="58373" h="48980">
                <a:moveTo>
                  <a:pt x="58373" y="0"/>
                </a:moveTo>
                <a:lnTo>
                  <a:pt x="0" y="4898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19" name="Freeform 18">
            <a:extLst xmlns:a="http://schemas.openxmlformats.org/drawingml/2006/main">
              <a:ext uri="{FF2B5EF4-FFF2-40B4-BE49-F238E27FC236}">
                <a16:creationId xmlns:a16="http://schemas.microsoft.com/office/drawing/2014/main" id="{F9E5EF19-072F-4F97-BD3E-05B8F97F0F40}"/>
              </a:ext>
            </a:extLst>
          </p:cNvPr>
          <p:cNvSpPr>
            <a:spLocks xmlns:a="http://schemas.openxmlformats.org/drawingml/2006/main" noGrp="1"/>
          </p:cNvSpPr>
          <p:nvPr/>
        </p:nvSpPr>
        <p:spPr>
          <a:xfrm xmlns:a="http://schemas.openxmlformats.org/drawingml/2006/main">
            <a:off x="10155194" y="3343275"/>
            <a:ext cx="123733" cy="71438"/>
          </a:xfrm>
          <a:custGeom xmlns:a="http://schemas.openxmlformats.org/drawingml/2006/main">
            <a:rect l="0" t="0" r="0" b="0"/>
            <a:pathLst>
              <a:path w="123733" h="71438">
                <a:moveTo>
                  <a:pt x="123733" y="0"/>
                </a:moveTo>
                <a:lnTo>
                  <a:pt x="0" y="71438"/>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20" name="Text">
            <a:extLst xmlns:a="http://schemas.openxmlformats.org/drawingml/2006/main">
              <a:ext uri="{FF2B5EF4-FFF2-40B4-BE49-F238E27FC236}">
                <a16:creationId xmlns:a16="http://schemas.microsoft.com/office/drawing/2014/main" id="{B8EB56B7-0821-4908-A473-FFBA471AD522}"/>
              </a:ext>
            </a:extLst>
          </p:cNvPr>
          <p:cNvSpPr>
            <a:spLocks xmlns:a="http://schemas.openxmlformats.org/drawingml/2006/main" noGrp="1"/>
          </p:cNvSpPr>
          <p:nvPr/>
        </p:nvSpPr>
        <p:spPr>
          <a:xfrm xmlns:a="http://schemas.openxmlformats.org/drawingml/2006/main">
            <a:off x="10221002" y="3100388"/>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267AA0"/>
                </a:solidFill>
                <a:latin typeface="Aptos"/>
                <a:ea typeface="Aptos"/>
                <a:cs typeface="Aptos"/>
              </a:defRPr>
            </a:pPr>
            <a:r>
              <a:rPr sz="1575" b="0">
                <a:solidFill>
                  <a:srgbClr val="267AA0"/>
                </a:solidFill>
                <a:latin typeface="Aptos"/>
                <a:ea typeface="Aptos"/>
                <a:cs typeface="Aptos"/>
              </a:rPr>
              <a:t>60°</a:t>
            </a:r>
          </a:p>
        </p:txBody>
      </p:sp>
      <p:sp>
        <p:nvSpPr>
          <p:cNvPr id="21" name="Freeform 20">
            <a:extLst xmlns:a="http://schemas.openxmlformats.org/drawingml/2006/main">
              <a:ext uri="{FF2B5EF4-FFF2-40B4-BE49-F238E27FC236}">
                <a16:creationId xmlns:a16="http://schemas.microsoft.com/office/drawing/2014/main" id="{F26EE016-ECB9-4281-91FC-538BA564574A}"/>
              </a:ext>
            </a:extLst>
          </p:cNvPr>
          <p:cNvSpPr>
            <a:spLocks xmlns:a="http://schemas.openxmlformats.org/drawingml/2006/main" noGrp="1"/>
          </p:cNvSpPr>
          <p:nvPr/>
        </p:nvSpPr>
        <p:spPr>
          <a:xfrm xmlns:a="http://schemas.openxmlformats.org/drawingml/2006/main">
            <a:off x="10332222" y="3611122"/>
            <a:ext cx="71605" cy="26062"/>
          </a:xfrm>
          <a:custGeom xmlns:a="http://schemas.openxmlformats.org/drawingml/2006/main">
            <a:rect l="0" t="0" r="0" b="0"/>
            <a:pathLst>
              <a:path w="71605" h="26062">
                <a:moveTo>
                  <a:pt x="71605" y="0"/>
                </a:moveTo>
                <a:lnTo>
                  <a:pt x="0" y="26062"/>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22" name="Freeform 21">
            <a:extLst xmlns:a="http://schemas.openxmlformats.org/drawingml/2006/main">
              <a:ext uri="{FF2B5EF4-FFF2-40B4-BE49-F238E27FC236}">
                <a16:creationId xmlns:a16="http://schemas.microsoft.com/office/drawing/2014/main" id="{085A04FA-6CF9-4474-BEEB-DEFFE1CD7E21}"/>
              </a:ext>
            </a:extLst>
          </p:cNvPr>
          <p:cNvSpPr>
            <a:spLocks xmlns:a="http://schemas.openxmlformats.org/drawingml/2006/main" noGrp="1"/>
          </p:cNvSpPr>
          <p:nvPr/>
        </p:nvSpPr>
        <p:spPr>
          <a:xfrm xmlns:a="http://schemas.openxmlformats.org/drawingml/2006/main">
            <a:off x="10405275" y="3896588"/>
            <a:ext cx="75042" cy="13232"/>
          </a:xfrm>
          <a:custGeom xmlns:a="http://schemas.openxmlformats.org/drawingml/2006/main">
            <a:rect l="0" t="0" r="0" b="0"/>
            <a:pathLst>
              <a:path w="75042" h="13232">
                <a:moveTo>
                  <a:pt x="75042" y="0"/>
                </a:moveTo>
                <a:lnTo>
                  <a:pt x="0" y="13232"/>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23" name="Freeform 22">
            <a:extLst xmlns:a="http://schemas.openxmlformats.org/drawingml/2006/main">
              <a:ext uri="{FF2B5EF4-FFF2-40B4-BE49-F238E27FC236}">
                <a16:creationId xmlns:a16="http://schemas.microsoft.com/office/drawing/2014/main" id="{07ADC399-19F1-4F2C-80AC-3157C10F9929}"/>
              </a:ext>
            </a:extLst>
          </p:cNvPr>
          <p:cNvSpPr>
            <a:spLocks xmlns:a="http://schemas.openxmlformats.org/drawingml/2006/main" noGrp="1"/>
          </p:cNvSpPr>
          <p:nvPr/>
        </p:nvSpPr>
        <p:spPr>
          <a:xfrm xmlns:a="http://schemas.openxmlformats.org/drawingml/2006/main">
            <a:off x="10363200" y="4191000"/>
            <a:ext cx="142875" cy="953"/>
          </a:xfrm>
          <a:custGeom xmlns:a="http://schemas.openxmlformats.org/drawingml/2006/main">
            <a:rect l="0" t="0" r="0" b="0"/>
            <a:pathLst>
              <a:path w="142875" h="953">
                <a:moveTo>
                  <a:pt x="142875" y="0"/>
                </a:moveTo>
                <a:lnTo>
                  <a:pt x="0" y="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24" name="Text">
            <a:extLst xmlns:a="http://schemas.openxmlformats.org/drawingml/2006/main">
              <a:ext uri="{FF2B5EF4-FFF2-40B4-BE49-F238E27FC236}">
                <a16:creationId xmlns:a16="http://schemas.microsoft.com/office/drawing/2014/main" id="{1C914527-BECC-4549-BD06-B4C306E78507}"/>
              </a:ext>
            </a:extLst>
          </p:cNvPr>
          <p:cNvSpPr>
            <a:spLocks xmlns:a="http://schemas.openxmlformats.org/drawingml/2006/main" noGrp="1"/>
          </p:cNvSpPr>
          <p:nvPr/>
        </p:nvSpPr>
        <p:spPr>
          <a:xfrm xmlns:a="http://schemas.openxmlformats.org/drawingml/2006/main">
            <a:off x="10477500" y="40576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267AA0"/>
                </a:solidFill>
                <a:latin typeface="Aptos"/>
                <a:ea typeface="Aptos"/>
                <a:cs typeface="Aptos"/>
              </a:defRPr>
            </a:pPr>
            <a:r>
              <a:rPr sz="1575" b="0">
                <a:solidFill>
                  <a:srgbClr val="267AA0"/>
                </a:solidFill>
                <a:latin typeface="Aptos"/>
                <a:ea typeface="Aptos"/>
                <a:cs typeface="Aptos"/>
              </a:rPr>
              <a:t>90°</a:t>
            </a:r>
          </a:p>
        </p:txBody>
      </p:sp>
      <p:sp>
        <p:nvSpPr>
          <p:cNvPr id="25" name="Freeform 24">
            <a:extLst xmlns:a="http://schemas.openxmlformats.org/drawingml/2006/main">
              <a:ext uri="{FF2B5EF4-FFF2-40B4-BE49-F238E27FC236}">
                <a16:creationId xmlns:a16="http://schemas.microsoft.com/office/drawing/2014/main" id="{F34B3762-7CC8-4CD9-A895-85739BDDB76D}"/>
              </a:ext>
            </a:extLst>
          </p:cNvPr>
          <p:cNvSpPr>
            <a:spLocks xmlns:a="http://schemas.openxmlformats.org/drawingml/2006/main" noGrp="1"/>
          </p:cNvSpPr>
          <p:nvPr/>
        </p:nvSpPr>
        <p:spPr>
          <a:xfrm xmlns:a="http://schemas.openxmlformats.org/drawingml/2006/main">
            <a:off x="10405275" y="4472180"/>
            <a:ext cx="75042" cy="13232"/>
          </a:xfrm>
          <a:custGeom xmlns:a="http://schemas.openxmlformats.org/drawingml/2006/main">
            <a:rect l="0" t="0" r="0" b="0"/>
            <a:pathLst>
              <a:path w="75042" h="13232">
                <a:moveTo>
                  <a:pt x="75042" y="13232"/>
                </a:moveTo>
                <a:lnTo>
                  <a:pt x="0" y="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26" name="Freeform 25">
            <a:extLst xmlns:a="http://schemas.openxmlformats.org/drawingml/2006/main">
              <a:ext uri="{FF2B5EF4-FFF2-40B4-BE49-F238E27FC236}">
                <a16:creationId xmlns:a16="http://schemas.microsoft.com/office/drawing/2014/main" id="{9CF377AF-9418-42CB-B2A1-56BF14E250CA}"/>
              </a:ext>
            </a:extLst>
          </p:cNvPr>
          <p:cNvSpPr>
            <a:spLocks xmlns:a="http://schemas.openxmlformats.org/drawingml/2006/main" noGrp="1"/>
          </p:cNvSpPr>
          <p:nvPr/>
        </p:nvSpPr>
        <p:spPr>
          <a:xfrm xmlns:a="http://schemas.openxmlformats.org/drawingml/2006/main">
            <a:off x="10332222" y="4744816"/>
            <a:ext cx="71605" cy="26062"/>
          </a:xfrm>
          <a:custGeom xmlns:a="http://schemas.openxmlformats.org/drawingml/2006/main">
            <a:rect l="0" t="0" r="0" b="0"/>
            <a:pathLst>
              <a:path w="71605" h="26062">
                <a:moveTo>
                  <a:pt x="71605" y="26062"/>
                </a:moveTo>
                <a:lnTo>
                  <a:pt x="0" y="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27" name="Freeform 26">
            <a:extLst xmlns:a="http://schemas.openxmlformats.org/drawingml/2006/main">
              <a:ext uri="{FF2B5EF4-FFF2-40B4-BE49-F238E27FC236}">
                <a16:creationId xmlns:a16="http://schemas.microsoft.com/office/drawing/2014/main" id="{3FDABCA7-D968-4B00-A239-727FDF719AA0}"/>
              </a:ext>
            </a:extLst>
          </p:cNvPr>
          <p:cNvSpPr>
            <a:spLocks xmlns:a="http://schemas.openxmlformats.org/drawingml/2006/main" noGrp="1"/>
          </p:cNvSpPr>
          <p:nvPr/>
        </p:nvSpPr>
        <p:spPr>
          <a:xfrm xmlns:a="http://schemas.openxmlformats.org/drawingml/2006/main">
            <a:off x="10155194" y="4967288"/>
            <a:ext cx="123733" cy="71438"/>
          </a:xfrm>
          <a:custGeom xmlns:a="http://schemas.openxmlformats.org/drawingml/2006/main">
            <a:rect l="0" t="0" r="0" b="0"/>
            <a:pathLst>
              <a:path w="123733" h="71438">
                <a:moveTo>
                  <a:pt x="123733" y="71438"/>
                </a:moveTo>
                <a:lnTo>
                  <a:pt x="0" y="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28" name="Text">
            <a:extLst xmlns:a="http://schemas.openxmlformats.org/drawingml/2006/main">
              <a:ext uri="{FF2B5EF4-FFF2-40B4-BE49-F238E27FC236}">
                <a16:creationId xmlns:a16="http://schemas.microsoft.com/office/drawing/2014/main" id="{A48E43AA-4C77-4A8C-90E2-1C282DC8EEA8}"/>
              </a:ext>
            </a:extLst>
          </p:cNvPr>
          <p:cNvSpPr>
            <a:spLocks xmlns:a="http://schemas.openxmlformats.org/drawingml/2006/main" noGrp="1"/>
          </p:cNvSpPr>
          <p:nvPr/>
        </p:nvSpPr>
        <p:spPr>
          <a:xfrm xmlns:a="http://schemas.openxmlformats.org/drawingml/2006/main">
            <a:off x="10221002" y="5014913"/>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267AA0"/>
                </a:solidFill>
                <a:latin typeface="Aptos"/>
                <a:ea typeface="Aptos"/>
                <a:cs typeface="Aptos"/>
              </a:defRPr>
            </a:pPr>
            <a:r>
              <a:rPr sz="1575" b="0">
                <a:solidFill>
                  <a:srgbClr val="267AA0"/>
                </a:solidFill>
                <a:latin typeface="Aptos"/>
                <a:ea typeface="Aptos"/>
                <a:cs typeface="Aptos"/>
              </a:rPr>
              <a:t>120°</a:t>
            </a:r>
          </a:p>
        </p:txBody>
      </p:sp>
      <p:sp>
        <p:nvSpPr>
          <p:cNvPr id="29" name="Freeform 28">
            <a:extLst xmlns:a="http://schemas.openxmlformats.org/drawingml/2006/main">
              <a:ext uri="{FF2B5EF4-FFF2-40B4-BE49-F238E27FC236}">
                <a16:creationId xmlns:a16="http://schemas.microsoft.com/office/drawing/2014/main" id="{87CBDA62-BD9C-4FB4-89BC-EF953649993F}"/>
              </a:ext>
            </a:extLst>
          </p:cNvPr>
          <p:cNvSpPr>
            <a:spLocks xmlns:a="http://schemas.openxmlformats.org/drawingml/2006/main" noGrp="1"/>
          </p:cNvSpPr>
          <p:nvPr/>
        </p:nvSpPr>
        <p:spPr>
          <a:xfrm xmlns:a="http://schemas.openxmlformats.org/drawingml/2006/main">
            <a:off x="10051042" y="5231834"/>
            <a:ext cx="58373" cy="48980"/>
          </a:xfrm>
          <a:custGeom xmlns:a="http://schemas.openxmlformats.org/drawingml/2006/main">
            <a:rect l="0" t="0" r="0" b="0"/>
            <a:pathLst>
              <a:path w="58373" h="48980">
                <a:moveTo>
                  <a:pt x="58373" y="48980"/>
                </a:moveTo>
                <a:lnTo>
                  <a:pt x="0" y="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30" name="Freeform 29">
            <a:extLst xmlns:a="http://schemas.openxmlformats.org/drawingml/2006/main">
              <a:ext uri="{FF2B5EF4-FFF2-40B4-BE49-F238E27FC236}">
                <a16:creationId xmlns:a16="http://schemas.microsoft.com/office/drawing/2014/main" id="{8DA3C8D8-80A3-4BC3-9D82-6A20383261F6}"/>
              </a:ext>
            </a:extLst>
          </p:cNvPr>
          <p:cNvSpPr>
            <a:spLocks xmlns:a="http://schemas.openxmlformats.org/drawingml/2006/main" noGrp="1"/>
          </p:cNvSpPr>
          <p:nvPr/>
        </p:nvSpPr>
        <p:spPr>
          <a:xfrm xmlns:a="http://schemas.openxmlformats.org/drawingml/2006/main">
            <a:off x="9851459" y="5431417"/>
            <a:ext cx="48980" cy="58373"/>
          </a:xfrm>
          <a:custGeom xmlns:a="http://schemas.openxmlformats.org/drawingml/2006/main">
            <a:rect l="0" t="0" r="0" b="0"/>
            <a:pathLst>
              <a:path w="48980" h="58373">
                <a:moveTo>
                  <a:pt x="48980" y="58373"/>
                </a:moveTo>
                <a:lnTo>
                  <a:pt x="0" y="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31" name="Freeform 30">
            <a:extLst xmlns:a="http://schemas.openxmlformats.org/drawingml/2006/main">
              <a:ext uri="{FF2B5EF4-FFF2-40B4-BE49-F238E27FC236}">
                <a16:creationId xmlns:a16="http://schemas.microsoft.com/office/drawing/2014/main" id="{58BA2310-0C48-49B0-9CDB-2BB89081C6F3}"/>
              </a:ext>
            </a:extLst>
          </p:cNvPr>
          <p:cNvSpPr>
            <a:spLocks xmlns:a="http://schemas.openxmlformats.org/drawingml/2006/main" noGrp="1"/>
          </p:cNvSpPr>
          <p:nvPr/>
        </p:nvSpPr>
        <p:spPr>
          <a:xfrm xmlns:a="http://schemas.openxmlformats.org/drawingml/2006/main">
            <a:off x="9586913" y="5535569"/>
            <a:ext cx="71438" cy="123733"/>
          </a:xfrm>
          <a:custGeom xmlns:a="http://schemas.openxmlformats.org/drawingml/2006/main">
            <a:rect l="0" t="0" r="0" b="0"/>
            <a:pathLst>
              <a:path w="71438" h="123733">
                <a:moveTo>
                  <a:pt x="71438" y="123733"/>
                </a:moveTo>
                <a:lnTo>
                  <a:pt x="0" y="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32" name="Text">
            <a:extLst xmlns:a="http://schemas.openxmlformats.org/drawingml/2006/main">
              <a:ext uri="{FF2B5EF4-FFF2-40B4-BE49-F238E27FC236}">
                <a16:creationId xmlns:a16="http://schemas.microsoft.com/office/drawing/2014/main" id="{AB4EE1CD-EA29-4CB2-A61F-123F416B9424}"/>
              </a:ext>
            </a:extLst>
          </p:cNvPr>
          <p:cNvSpPr>
            <a:spLocks xmlns:a="http://schemas.openxmlformats.org/drawingml/2006/main" noGrp="1"/>
          </p:cNvSpPr>
          <p:nvPr/>
        </p:nvSpPr>
        <p:spPr>
          <a:xfrm xmlns:a="http://schemas.openxmlformats.org/drawingml/2006/main">
            <a:off x="9520238" y="5715677"/>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267AA0"/>
                </a:solidFill>
                <a:latin typeface="Aptos"/>
                <a:ea typeface="Aptos"/>
                <a:cs typeface="Aptos"/>
              </a:defRPr>
            </a:pPr>
            <a:r>
              <a:rPr sz="1575" b="0">
                <a:solidFill>
                  <a:srgbClr val="267AA0"/>
                </a:solidFill>
                <a:latin typeface="Aptos"/>
                <a:ea typeface="Aptos"/>
                <a:cs typeface="Aptos"/>
              </a:rPr>
              <a:t>150°</a:t>
            </a:r>
          </a:p>
        </p:txBody>
      </p:sp>
      <p:sp>
        <p:nvSpPr>
          <p:cNvPr id="33" name="Freeform 32">
            <a:extLst xmlns:a="http://schemas.openxmlformats.org/drawingml/2006/main">
              <a:ext uri="{FF2B5EF4-FFF2-40B4-BE49-F238E27FC236}">
                <a16:creationId xmlns:a16="http://schemas.microsoft.com/office/drawing/2014/main" id="{714D7E40-35CD-4B27-AA9B-338DC036FAD6}"/>
              </a:ext>
            </a:extLst>
          </p:cNvPr>
          <p:cNvSpPr>
            <a:spLocks xmlns:a="http://schemas.openxmlformats.org/drawingml/2006/main" noGrp="1"/>
          </p:cNvSpPr>
          <p:nvPr/>
        </p:nvSpPr>
        <p:spPr>
          <a:xfrm xmlns:a="http://schemas.openxmlformats.org/drawingml/2006/main">
            <a:off x="9364441" y="5712597"/>
            <a:ext cx="26062" cy="71605"/>
          </a:xfrm>
          <a:custGeom xmlns:a="http://schemas.openxmlformats.org/drawingml/2006/main">
            <a:rect l="0" t="0" r="0" b="0"/>
            <a:pathLst>
              <a:path w="26062" h="71605">
                <a:moveTo>
                  <a:pt x="26062" y="71605"/>
                </a:moveTo>
                <a:lnTo>
                  <a:pt x="0" y="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34" name="Freeform 33">
            <a:extLst xmlns:a="http://schemas.openxmlformats.org/drawingml/2006/main">
              <a:ext uri="{FF2B5EF4-FFF2-40B4-BE49-F238E27FC236}">
                <a16:creationId xmlns:a16="http://schemas.microsoft.com/office/drawing/2014/main" id="{2F2A3473-34E0-489E-9E39-46F745824120}"/>
              </a:ext>
            </a:extLst>
          </p:cNvPr>
          <p:cNvSpPr>
            <a:spLocks xmlns:a="http://schemas.openxmlformats.org/drawingml/2006/main" noGrp="1"/>
          </p:cNvSpPr>
          <p:nvPr/>
        </p:nvSpPr>
        <p:spPr>
          <a:xfrm xmlns:a="http://schemas.openxmlformats.org/drawingml/2006/main">
            <a:off x="9091805" y="5785650"/>
            <a:ext cx="13232" cy="75042"/>
          </a:xfrm>
          <a:custGeom xmlns:a="http://schemas.openxmlformats.org/drawingml/2006/main">
            <a:rect l="0" t="0" r="0" b="0"/>
            <a:pathLst>
              <a:path w="13232" h="75042">
                <a:moveTo>
                  <a:pt x="13232" y="75042"/>
                </a:moveTo>
                <a:lnTo>
                  <a:pt x="0" y="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35" name="Freeform 34">
            <a:extLst xmlns:a="http://schemas.openxmlformats.org/drawingml/2006/main">
              <a:ext uri="{FF2B5EF4-FFF2-40B4-BE49-F238E27FC236}">
                <a16:creationId xmlns:a16="http://schemas.microsoft.com/office/drawing/2014/main" id="{016F188F-A3B1-4C20-9404-F1C88B9975D1}"/>
              </a:ext>
            </a:extLst>
          </p:cNvPr>
          <p:cNvSpPr>
            <a:spLocks xmlns:a="http://schemas.openxmlformats.org/drawingml/2006/main" noGrp="1"/>
          </p:cNvSpPr>
          <p:nvPr/>
        </p:nvSpPr>
        <p:spPr>
          <a:xfrm xmlns:a="http://schemas.openxmlformats.org/drawingml/2006/main">
            <a:off x="8810625" y="5743575"/>
            <a:ext cx="953" cy="142875"/>
          </a:xfrm>
          <a:custGeom xmlns:a="http://schemas.openxmlformats.org/drawingml/2006/main">
            <a:rect l="0" t="0" r="0" b="0"/>
            <a:pathLst>
              <a:path w="953" h="142875">
                <a:moveTo>
                  <a:pt x="0" y="142875"/>
                </a:moveTo>
                <a:lnTo>
                  <a:pt x="0" y="0"/>
                </a:lnTo>
              </a:path>
            </a:pathLst>
          </a:custGeom>
          <a:noFill xmlns:a="http://schemas.openxmlformats.org/drawingml/2006/main"/>
          <a:ln xmlns:a="http://schemas.openxmlformats.org/drawingml/2006/main" w="11430">
            <a:solidFill>
              <a:srgbClr val="267AA0"/>
            </a:solidFill>
          </a:ln>
        </p:spPr>
        <p:txBody>
          <a:bodyPr xmlns:a="http://schemas.openxmlformats.org/drawingml/2006/main"/>
          <a:lstStyle xmlns:a="http://schemas.openxmlformats.org/drawingml/2006/main"/>
          <a:p xmlns:a="http://schemas.openxmlformats.org/drawingml/2006/main">
            <a:endParaRPr/>
          </a:p>
        </p:txBody>
      </p:sp>
      <p:sp>
        <p:nvSpPr>
          <p:cNvPr id="36" name="Text">
            <a:extLst xmlns:a="http://schemas.openxmlformats.org/drawingml/2006/main">
              <a:ext uri="{FF2B5EF4-FFF2-40B4-BE49-F238E27FC236}">
                <a16:creationId xmlns:a16="http://schemas.microsoft.com/office/drawing/2014/main" id="{BF4E3D22-C94F-430E-B04B-28D16B0057E5}"/>
              </a:ext>
            </a:extLst>
          </p:cNvPr>
          <p:cNvSpPr>
            <a:spLocks xmlns:a="http://schemas.openxmlformats.org/drawingml/2006/main" noGrp="1"/>
          </p:cNvSpPr>
          <p:nvPr/>
        </p:nvSpPr>
        <p:spPr>
          <a:xfrm xmlns:a="http://schemas.openxmlformats.org/drawingml/2006/main">
            <a:off x="8562975" y="59721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575" b="0">
                <a:solidFill>
                  <a:srgbClr val="267AA0"/>
                </a:solidFill>
                <a:latin typeface="Aptos"/>
                <a:ea typeface="Aptos"/>
                <a:cs typeface="Aptos"/>
              </a:defRPr>
            </a:pPr>
            <a:r>
              <a:rPr sz="1575" b="0">
                <a:solidFill>
                  <a:srgbClr val="267AA0"/>
                </a:solidFill>
                <a:latin typeface="Aptos"/>
                <a:ea typeface="Aptos"/>
                <a:cs typeface="Aptos"/>
              </a:rPr>
              <a:t>180°</a:t>
            </a:r>
          </a:p>
        </p:txBody>
      </p:sp>
      <p:sp>
        <p:nvSpPr>
          <p:cNvPr id="37" name="Oval 36">
            <a:extLst xmlns:a="http://schemas.openxmlformats.org/drawingml/2006/main">
              <a:ext uri="{FF2B5EF4-FFF2-40B4-BE49-F238E27FC236}">
                <a16:creationId xmlns:a16="http://schemas.microsoft.com/office/drawing/2014/main" id="{771031B2-B8F0-48AF-8067-8740BE1C4D23}"/>
              </a:ext>
            </a:extLst>
          </p:cNvPr>
          <p:cNvSpPr>
            <a:spLocks xmlns:a="http://schemas.openxmlformats.org/drawingml/2006/main" noGrp="1"/>
          </p:cNvSpPr>
          <p:nvPr/>
        </p:nvSpPr>
        <p:spPr>
          <a:xfrm xmlns:a="http://schemas.openxmlformats.org/drawingml/2006/main">
            <a:off x="8772525" y="4152900"/>
            <a:ext cx="76200" cy="76200"/>
          </a:xfrm>
          <a:prstGeom xmlns:a="http://schemas.openxmlformats.org/drawingml/2006/main" prst="ellipse">
            <a:avLst/>
          </a:prstGeom>
          <a:solidFill xmlns:a="http://schemas.openxmlformats.org/drawingml/2006/main">
            <a:srgbClr val="111111"/>
          </a:solidFill>
          <a:ln xmlns:a="http://schemas.openxmlformats.org/drawingml/2006/main" w="0">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38" name="Freeform 37">
            <a:extLst xmlns:a="http://schemas.openxmlformats.org/drawingml/2006/main">
              <a:ext uri="{FF2B5EF4-FFF2-40B4-BE49-F238E27FC236}">
                <a16:creationId xmlns:a16="http://schemas.microsoft.com/office/drawing/2014/main" id="{6B3B613A-26BF-4574-B81B-E60C0757F9B3}"/>
              </a:ext>
            </a:extLst>
          </p:cNvPr>
          <p:cNvSpPr>
            <a:spLocks xmlns:a="http://schemas.openxmlformats.org/drawingml/2006/main" noGrp="1"/>
          </p:cNvSpPr>
          <p:nvPr/>
        </p:nvSpPr>
        <p:spPr>
          <a:xfrm xmlns:a="http://schemas.openxmlformats.org/drawingml/2006/main">
            <a:off x="8810625" y="4191000"/>
            <a:ext cx="1313528" cy="426791"/>
          </a:xfrm>
          <a:custGeom xmlns:a="http://schemas.openxmlformats.org/drawingml/2006/main">
            <a:rect l="0" t="0" r="0" b="0"/>
            <a:pathLst>
              <a:path w="1313528" h="426791">
                <a:moveTo>
                  <a:pt x="0" y="0"/>
                </a:moveTo>
                <a:lnTo>
                  <a:pt x="1313528" y="426791"/>
                </a:lnTo>
              </a:path>
            </a:pathLst>
          </a:custGeom>
          <a:noFill xmlns:a="http://schemas.openxmlformats.org/drawingml/2006/main"/>
          <a:ln xmlns:a="http://schemas.openxmlformats.org/drawingml/2006/main" w="28575">
            <a:solidFill>
              <a:srgbClr val="D6171D"/>
            </a:solidFill>
          </a:ln>
        </p:spPr>
        <p:txBody>
          <a:bodyPr xmlns:a="http://schemas.openxmlformats.org/drawingml/2006/main"/>
          <a:lstStyle xmlns:a="http://schemas.openxmlformats.org/drawingml/2006/main"/>
          <a:p xmlns:a="http://schemas.openxmlformats.org/drawingml/2006/main">
            <a:endParaRPr/>
          </a:p>
        </p:txBody>
      </p:sp>
      <p:sp>
        <p:nvSpPr>
          <p:cNvPr id="39" name="Text">
            <a:extLst xmlns:a="http://schemas.openxmlformats.org/drawingml/2006/main">
              <a:ext uri="{FF2B5EF4-FFF2-40B4-BE49-F238E27FC236}">
                <a16:creationId xmlns:a16="http://schemas.microsoft.com/office/drawing/2014/main" id="{FFC68F7D-95C7-4B88-A769-BA4852DDC00E}"/>
              </a:ext>
            </a:extLst>
          </p:cNvPr>
          <p:cNvSpPr>
            <a:spLocks xmlns:a="http://schemas.openxmlformats.org/drawingml/2006/main" noGrp="1"/>
          </p:cNvSpPr>
          <p:nvPr/>
        </p:nvSpPr>
        <p:spPr>
          <a:xfrm xmlns:a="http://schemas.openxmlformats.org/drawingml/2006/main">
            <a:off x="9210675" y="3790950"/>
            <a:ext cx="123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D6171D"/>
                </a:solidFill>
                <a:latin typeface="Aptos"/>
                <a:ea typeface="Aptos"/>
                <a:cs typeface="Aptos"/>
              </a:defRPr>
            </a:pPr>
            <a:r>
              <a:rPr sz="2625" b="1">
                <a:solidFill>
                  <a:srgbClr val="D6171D"/>
                </a:solidFill>
                <a:latin typeface="Aptos"/>
                <a:ea typeface="Aptos"/>
                <a:cs typeface="Aptos"/>
              </a:rPr>
              <a:t>108°</a:t>
            </a:r>
          </a:p>
        </p:txBody>
      </p:sp>
      <p:sp>
        <p:nvSpPr>
          <p:cNvPr id="40" name="Text">
            <a:extLst xmlns:a="http://schemas.openxmlformats.org/drawingml/2006/main">
              <a:ext uri="{FF2B5EF4-FFF2-40B4-BE49-F238E27FC236}">
                <a16:creationId xmlns:a16="http://schemas.microsoft.com/office/drawing/2014/main" id="{01684B43-EAE6-47F9-9C37-3FF527666021}"/>
              </a:ext>
            </a:extLst>
          </p:cNvPr>
          <p:cNvSpPr>
            <a:spLocks xmlns:a="http://schemas.openxmlformats.org/drawingml/2006/main" noGrp="1"/>
          </p:cNvSpPr>
          <p:nvPr/>
        </p:nvSpPr>
        <p:spPr>
          <a:xfrm xmlns:a="http://schemas.openxmlformats.org/drawingml/2006/main">
            <a:off x="6534150" y="2419350"/>
            <a:ext cx="20669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111111"/>
                </a:solidFill>
                <a:latin typeface="Aptos"/>
                <a:ea typeface="Aptos"/>
                <a:cs typeface="Aptos"/>
              </a:defRPr>
            </a:pPr>
            <a:r>
              <a:rPr sz="1725" b="0">
                <a:solidFill>
                  <a:srgbClr val="111111"/>
                </a:solidFill>
                <a:latin typeface="Aptos"/>
                <a:ea typeface="Aptos"/>
                <a:cs typeface="Aptos"/>
              </a:rPr>
              <a:t>Starting radius</a:t>
            </a:r>
          </a:p>
        </p:txBody>
      </p:sp>
      <p:sp>
        <p:nvSpPr>
          <p:cNvPr id="41" name="Freeform 40">
            <a:extLst xmlns:a="http://schemas.openxmlformats.org/drawingml/2006/main">
              <a:ext uri="{FF2B5EF4-FFF2-40B4-BE49-F238E27FC236}">
                <a16:creationId xmlns:a16="http://schemas.microsoft.com/office/drawing/2014/main" id="{80A11E4C-6AB9-42AD-BB29-3E897546075E}"/>
              </a:ext>
            </a:extLst>
          </p:cNvPr>
          <p:cNvSpPr>
            <a:spLocks xmlns:a="http://schemas.openxmlformats.org/drawingml/2006/main" noGrp="1"/>
          </p:cNvSpPr>
          <p:nvPr/>
        </p:nvSpPr>
        <p:spPr>
          <a:xfrm xmlns:a="http://schemas.openxmlformats.org/drawingml/2006/main">
            <a:off x="8048625" y="2743200"/>
            <a:ext cx="685800" cy="76200"/>
          </a:xfrm>
          <a:custGeom xmlns:a="http://schemas.openxmlformats.org/drawingml/2006/main">
            <a:rect l="0" t="0" r="0" b="0"/>
            <a:pathLst>
              <a:path w="685800" h="76200">
                <a:moveTo>
                  <a:pt x="0" y="0"/>
                </a:moveTo>
                <a:lnTo>
                  <a:pt x="685800" y="76200"/>
                </a:lnTo>
              </a:path>
            </a:pathLst>
          </a:custGeom>
          <a:noFill xmlns:a="http://schemas.openxmlformats.org/drawingml/2006/main"/>
          <a:ln xmlns:a="http://schemas.openxmlformats.org/drawingml/2006/main" w="11430">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42" name="Text">
            <a:extLst xmlns:a="http://schemas.openxmlformats.org/drawingml/2006/main">
              <a:ext uri="{FF2B5EF4-FFF2-40B4-BE49-F238E27FC236}">
                <a16:creationId xmlns:a16="http://schemas.microsoft.com/office/drawing/2014/main" id="{42EFCB5D-BBC3-41A0-847F-D95885B6D65D}"/>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Read the scale that starts at 0° on your chosen starting radius.</a:t>
            </a:r>
          </a:p>
        </p:txBody>
      </p:sp>
    </p:spTree>
    <p:extLst>
      <p:ext uri="{BB962C8B-B14F-4D97-AF65-F5344CB8AC3E}">
        <p14:creationId xmlns:p14="http://schemas.microsoft.com/office/powerpoint/2010/main" val="54996823"/>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4ACBCA86-89C7-46EB-93AF-779E9339495B}"/>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Complete the pie chart</a:t>
            </a:r>
          </a:p>
        </p:txBody>
      </p:sp>
      <p:sp>
        <p:nvSpPr>
          <p:cNvPr id="2" name="Text">
            <a:extLst xmlns:a="http://schemas.openxmlformats.org/drawingml/2006/main">
              <a:ext uri="{FF2B5EF4-FFF2-40B4-BE49-F238E27FC236}">
                <a16:creationId xmlns:a16="http://schemas.microsoft.com/office/drawing/2014/main" id="{B04EF6DC-742D-4141-8FE1-1CC5165572E1}"/>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Keep the noodles sector. Add the other three sectors.</a:t>
            </a:r>
          </a:p>
        </p:txBody>
      </p:sp>
      <p:sp>
        <p:nvSpPr>
          <p:cNvPr id="3" name="Rectangle 2">
            <a:extLst xmlns:a="http://schemas.openxmlformats.org/drawingml/2006/main">
              <a:ext uri="{FF2B5EF4-FFF2-40B4-BE49-F238E27FC236}">
                <a16:creationId xmlns:a16="http://schemas.microsoft.com/office/drawing/2014/main" id="{1FAA1318-0A5C-42D8-8BB2-A113FF7B1E4B}"/>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Exercise reference">
            <a:extLst xmlns:a="http://schemas.openxmlformats.org/drawingml/2006/main">
              <a:ext uri="{FF2B5EF4-FFF2-40B4-BE49-F238E27FC236}">
                <a16:creationId xmlns:a16="http://schemas.microsoft.com/office/drawing/2014/main" id="{10A5F650-8E4C-44DB-BF40-297175530CD3}"/>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A3b</a:t>
            </a:r>
          </a:p>
        </p:txBody>
      </p:sp>
      <p:sp>
        <p:nvSpPr>
          <p:cNvPr id="5" name="Text">
            <a:extLst xmlns:a="http://schemas.openxmlformats.org/drawingml/2006/main">
              <a:ext uri="{FF2B5EF4-FFF2-40B4-BE49-F238E27FC236}">
                <a16:creationId xmlns:a16="http://schemas.microsoft.com/office/drawing/2014/main" id="{63DF44A3-793F-4A5B-8F35-8979A7DAB7BB}"/>
              </a:ext>
            </a:extLst>
          </p:cNvPr>
          <p:cNvSpPr>
            <a:spLocks xmlns:a="http://schemas.openxmlformats.org/drawingml/2006/main" noGrp="1"/>
          </p:cNvSpPr>
          <p:nvPr/>
        </p:nvSpPr>
        <p:spPr>
          <a:xfrm xmlns:a="http://schemas.openxmlformats.org/drawingml/2006/main">
            <a:off x="619125" y="3124200"/>
            <a:ext cx="581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Use the angles you calculated.</a:t>
            </a:r>
          </a:p>
        </p:txBody>
      </p:sp>
      <p:sp>
        <p:nvSpPr>
          <p:cNvPr id="6" name="Text">
            <a:extLst xmlns:a="http://schemas.openxmlformats.org/drawingml/2006/main">
              <a:ext uri="{FF2B5EF4-FFF2-40B4-BE49-F238E27FC236}">
                <a16:creationId xmlns:a16="http://schemas.microsoft.com/office/drawing/2014/main" id="{CD3B9090-8F38-43E7-A13C-ACA6C18BBF5B}"/>
              </a:ext>
            </a:extLst>
          </p:cNvPr>
          <p:cNvSpPr>
            <a:spLocks xmlns:a="http://schemas.openxmlformats.org/drawingml/2006/main" noGrp="1"/>
          </p:cNvSpPr>
          <p:nvPr/>
        </p:nvSpPr>
        <p:spPr>
          <a:xfrm xmlns:a="http://schemas.openxmlformats.org/drawingml/2006/main">
            <a:off x="619125" y="4000500"/>
            <a:ext cx="581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Measure each angle from</a:t>
            </a:r>
          </a:p>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the previous radius.</a:t>
            </a:r>
          </a:p>
        </p:txBody>
      </p:sp>
      <p:sp>
        <p:nvSpPr>
          <p:cNvPr id="7" name="Text">
            <a:extLst xmlns:a="http://schemas.openxmlformats.org/drawingml/2006/main">
              <a:ext uri="{FF2B5EF4-FFF2-40B4-BE49-F238E27FC236}">
                <a16:creationId xmlns:a16="http://schemas.microsoft.com/office/drawing/2014/main" id="{E61FE4B2-23F8-4AE6-B29F-C950F5128173}"/>
              </a:ext>
            </a:extLst>
          </p:cNvPr>
          <p:cNvSpPr>
            <a:spLocks xmlns:a="http://schemas.openxmlformats.org/drawingml/2006/main" noGrp="1"/>
          </p:cNvSpPr>
          <p:nvPr/>
        </p:nvSpPr>
        <p:spPr>
          <a:xfrm xmlns:a="http://schemas.openxmlformats.org/drawingml/2006/main">
            <a:off x="619125" y="4876800"/>
            <a:ext cx="58102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Label categories and percentages.</a:t>
            </a:r>
          </a:p>
        </p:txBody>
      </p:sp>
      <p:sp>
        <p:nvSpPr>
          <p:cNvPr id="8" name="Freeform 7">
            <a:extLst xmlns:a="http://schemas.openxmlformats.org/drawingml/2006/main">
              <a:ext uri="{FF2B5EF4-FFF2-40B4-BE49-F238E27FC236}">
                <a16:creationId xmlns:a16="http://schemas.microsoft.com/office/drawing/2014/main" id="{B73B1C05-D06D-412B-AFD1-39B3553DF36D}"/>
              </a:ext>
            </a:extLst>
          </p:cNvPr>
          <p:cNvSpPr>
            <a:spLocks xmlns:a="http://schemas.openxmlformats.org/drawingml/2006/main" noGrp="1"/>
          </p:cNvSpPr>
          <p:nvPr/>
        </p:nvSpPr>
        <p:spPr>
          <a:xfrm xmlns:a="http://schemas.openxmlformats.org/drawingml/2006/main">
            <a:off x="9001125" y="2857500"/>
            <a:ext cx="1381125" cy="1807916"/>
          </a:xfrm>
          <a:custGeom xmlns:a="http://schemas.openxmlformats.org/drawingml/2006/main">
            <a:rect l="0" t="0" r="0" b="0"/>
            <a:pathLst>
              <a:path w="1381125" h="1807916">
                <a:moveTo>
                  <a:pt x="0" y="1381125"/>
                </a:moveTo>
                <a:lnTo>
                  <a:pt x="0" y="0"/>
                </a:lnTo>
                <a:lnTo>
                  <a:pt x="48201" y="841"/>
                </a:lnTo>
                <a:lnTo>
                  <a:pt x="96342" y="3364"/>
                </a:lnTo>
                <a:lnTo>
                  <a:pt x="144367" y="7566"/>
                </a:lnTo>
                <a:lnTo>
                  <a:pt x="192215" y="13441"/>
                </a:lnTo>
                <a:lnTo>
                  <a:pt x="239830" y="20982"/>
                </a:lnTo>
                <a:lnTo>
                  <a:pt x="287152" y="30181"/>
                </a:lnTo>
                <a:lnTo>
                  <a:pt x="334124" y="41025"/>
                </a:lnTo>
                <a:lnTo>
                  <a:pt x="380690" y="53502"/>
                </a:lnTo>
                <a:lnTo>
                  <a:pt x="426791" y="67597"/>
                </a:lnTo>
                <a:lnTo>
                  <a:pt x="472373" y="83292"/>
                </a:lnTo>
                <a:lnTo>
                  <a:pt x="517379" y="100568"/>
                </a:lnTo>
                <a:lnTo>
                  <a:pt x="561754" y="119405"/>
                </a:lnTo>
                <a:lnTo>
                  <a:pt x="605445" y="139778"/>
                </a:lnTo>
                <a:lnTo>
                  <a:pt x="648399" y="161664"/>
                </a:lnTo>
                <a:lnTo>
                  <a:pt x="690563" y="185036"/>
                </a:lnTo>
                <a:lnTo>
                  <a:pt x="731885" y="209865"/>
                </a:lnTo>
                <a:lnTo>
                  <a:pt x="772315" y="236120"/>
                </a:lnTo>
                <a:lnTo>
                  <a:pt x="811805" y="263771"/>
                </a:lnTo>
                <a:lnTo>
                  <a:pt x="850305" y="292784"/>
                </a:lnTo>
                <a:lnTo>
                  <a:pt x="887770" y="323122"/>
                </a:lnTo>
                <a:lnTo>
                  <a:pt x="924153" y="354749"/>
                </a:lnTo>
                <a:lnTo>
                  <a:pt x="959410" y="387627"/>
                </a:lnTo>
                <a:lnTo>
                  <a:pt x="993498" y="421715"/>
                </a:lnTo>
                <a:lnTo>
                  <a:pt x="1026376" y="456972"/>
                </a:lnTo>
                <a:lnTo>
                  <a:pt x="1058003" y="493355"/>
                </a:lnTo>
                <a:lnTo>
                  <a:pt x="1088341" y="530820"/>
                </a:lnTo>
                <a:lnTo>
                  <a:pt x="1117354" y="569320"/>
                </a:lnTo>
                <a:lnTo>
                  <a:pt x="1145005" y="608810"/>
                </a:lnTo>
                <a:lnTo>
                  <a:pt x="1171260" y="649240"/>
                </a:lnTo>
                <a:lnTo>
                  <a:pt x="1196089" y="690563"/>
                </a:lnTo>
                <a:lnTo>
                  <a:pt x="1219461" y="732726"/>
                </a:lnTo>
                <a:lnTo>
                  <a:pt x="1241347" y="775680"/>
                </a:lnTo>
                <a:lnTo>
                  <a:pt x="1261720" y="819371"/>
                </a:lnTo>
                <a:lnTo>
                  <a:pt x="1280557" y="863746"/>
                </a:lnTo>
                <a:lnTo>
                  <a:pt x="1297833" y="908752"/>
                </a:lnTo>
                <a:lnTo>
                  <a:pt x="1313528" y="954334"/>
                </a:lnTo>
                <a:lnTo>
                  <a:pt x="1327623" y="1000435"/>
                </a:lnTo>
                <a:lnTo>
                  <a:pt x="1340100" y="1047001"/>
                </a:lnTo>
                <a:lnTo>
                  <a:pt x="1350944" y="1093973"/>
                </a:lnTo>
                <a:lnTo>
                  <a:pt x="1360143" y="1141295"/>
                </a:lnTo>
                <a:lnTo>
                  <a:pt x="1367684" y="1188910"/>
                </a:lnTo>
                <a:lnTo>
                  <a:pt x="1373559" y="1236758"/>
                </a:lnTo>
                <a:lnTo>
                  <a:pt x="1377761" y="1284783"/>
                </a:lnTo>
                <a:lnTo>
                  <a:pt x="1380284" y="1332924"/>
                </a:lnTo>
                <a:lnTo>
                  <a:pt x="1381125" y="1381125"/>
                </a:lnTo>
                <a:lnTo>
                  <a:pt x="1380284" y="1429326"/>
                </a:lnTo>
                <a:lnTo>
                  <a:pt x="1377761" y="1477467"/>
                </a:lnTo>
                <a:lnTo>
                  <a:pt x="1373559" y="1525492"/>
                </a:lnTo>
                <a:lnTo>
                  <a:pt x="1367684" y="1573340"/>
                </a:lnTo>
                <a:lnTo>
                  <a:pt x="1360143" y="1620955"/>
                </a:lnTo>
                <a:lnTo>
                  <a:pt x="1350944" y="1668277"/>
                </a:lnTo>
                <a:lnTo>
                  <a:pt x="1340100" y="1715249"/>
                </a:lnTo>
                <a:lnTo>
                  <a:pt x="1327623" y="1761815"/>
                </a:lnTo>
                <a:lnTo>
                  <a:pt x="1313528" y="1807916"/>
                </a:lnTo>
                <a:lnTo>
                  <a:pt x="1313528" y="1807916"/>
                </a:lnTo>
                <a:close/>
              </a:path>
            </a:pathLst>
          </a:custGeom>
          <a:solidFill xmlns:a="http://schemas.openxmlformats.org/drawingml/2006/main">
            <a:srgbClr val="FADBDD"/>
          </a:solidFill>
          <a:ln xmlns:a="http://schemas.openxmlformats.org/drawingml/2006/main" w="19050">
            <a:solidFill>
              <a:srgbClr val="D6171D"/>
            </a:solidFill>
          </a:ln>
        </p:spPr>
        <p:txBody>
          <a:bodyPr xmlns:a="http://schemas.openxmlformats.org/drawingml/2006/main"/>
          <a:lstStyle xmlns:a="http://schemas.openxmlformats.org/drawingml/2006/main"/>
          <a:p xmlns:a="http://schemas.openxmlformats.org/drawingml/2006/main">
            <a:endParaRPr/>
          </a:p>
        </p:txBody>
      </p:sp>
      <p:sp>
        <p:nvSpPr>
          <p:cNvPr id="9" name="Oval 8">
            <a:extLst xmlns:a="http://schemas.openxmlformats.org/drawingml/2006/main">
              <a:ext uri="{FF2B5EF4-FFF2-40B4-BE49-F238E27FC236}">
                <a16:creationId xmlns:a16="http://schemas.microsoft.com/office/drawing/2014/main" id="{1CAD85EE-24C4-4D96-B82E-58EA0C9F8926}"/>
              </a:ext>
            </a:extLst>
          </p:cNvPr>
          <p:cNvSpPr>
            <a:spLocks xmlns:a="http://schemas.openxmlformats.org/drawingml/2006/main" noGrp="1"/>
          </p:cNvSpPr>
          <p:nvPr/>
        </p:nvSpPr>
        <p:spPr>
          <a:xfrm xmlns:a="http://schemas.openxmlformats.org/drawingml/2006/main">
            <a:off x="7620000" y="2857500"/>
            <a:ext cx="2762250" cy="2762250"/>
          </a:xfrm>
          <a:prstGeom xmlns:a="http://schemas.openxmlformats.org/drawingml/2006/main" prst="ellipse">
            <a:avLst/>
          </a:prstGeom>
          <a:noFill xmlns:a="http://schemas.openxmlformats.org/drawingml/2006/main"/>
          <a:ln xmlns:a="http://schemas.openxmlformats.org/drawingml/2006/main" w="19050">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10" name="Oval 9">
            <a:extLst xmlns:a="http://schemas.openxmlformats.org/drawingml/2006/main">
              <a:ext uri="{FF2B5EF4-FFF2-40B4-BE49-F238E27FC236}">
                <a16:creationId xmlns:a16="http://schemas.microsoft.com/office/drawing/2014/main" id="{A35D9AA1-8858-4ECC-AF7A-231E1CD38B91}"/>
              </a:ext>
            </a:extLst>
          </p:cNvPr>
          <p:cNvSpPr>
            <a:spLocks xmlns:a="http://schemas.openxmlformats.org/drawingml/2006/main" noGrp="1"/>
          </p:cNvSpPr>
          <p:nvPr/>
        </p:nvSpPr>
        <p:spPr>
          <a:xfrm xmlns:a="http://schemas.openxmlformats.org/drawingml/2006/main">
            <a:off x="8972550" y="4210050"/>
            <a:ext cx="57150" cy="57150"/>
          </a:xfrm>
          <a:prstGeom xmlns:a="http://schemas.openxmlformats.org/drawingml/2006/main" prst="ellipse">
            <a:avLst/>
          </a:prstGeom>
          <a:solidFill xmlns:a="http://schemas.openxmlformats.org/drawingml/2006/main">
            <a:srgbClr val="111111"/>
          </a:solidFill>
          <a:ln xmlns:a="http://schemas.openxmlformats.org/drawingml/2006/main" w="0">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11" name="Freeform 10">
            <a:extLst xmlns:a="http://schemas.openxmlformats.org/drawingml/2006/main">
              <a:ext uri="{FF2B5EF4-FFF2-40B4-BE49-F238E27FC236}">
                <a16:creationId xmlns:a16="http://schemas.microsoft.com/office/drawing/2014/main" id="{94B49B28-9ED6-45DA-B50E-0B3177359AAF}"/>
              </a:ext>
            </a:extLst>
          </p:cNvPr>
          <p:cNvSpPr>
            <a:spLocks xmlns:a="http://schemas.openxmlformats.org/drawingml/2006/main" noGrp="1"/>
          </p:cNvSpPr>
          <p:nvPr/>
        </p:nvSpPr>
        <p:spPr>
          <a:xfrm xmlns:a="http://schemas.openxmlformats.org/drawingml/2006/main">
            <a:off x="9001125" y="2857500"/>
            <a:ext cx="953" cy="1381125"/>
          </a:xfrm>
          <a:custGeom xmlns:a="http://schemas.openxmlformats.org/drawingml/2006/main">
            <a:rect l="0" t="0" r="0" b="0"/>
            <a:pathLst>
              <a:path w="953" h="1381125">
                <a:moveTo>
                  <a:pt x="0" y="1381125"/>
                </a:moveTo>
                <a:lnTo>
                  <a:pt x="0" y="0"/>
                </a:lnTo>
              </a:path>
            </a:pathLst>
          </a:custGeom>
          <a:noFill xmlns:a="http://schemas.openxmlformats.org/drawingml/2006/main"/>
          <a:ln xmlns:a="http://schemas.openxmlformats.org/drawingml/2006/main" w="19050">
            <a:solidFill>
              <a:srgbClr val="D6171D"/>
            </a:solidFill>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57C9A3C2-D007-4F44-9DD9-B6EB67DA0A14}"/>
              </a:ext>
            </a:extLst>
          </p:cNvPr>
          <p:cNvSpPr>
            <a:spLocks xmlns:a="http://schemas.openxmlformats.org/drawingml/2006/main" noGrp="1"/>
          </p:cNvSpPr>
          <p:nvPr/>
        </p:nvSpPr>
        <p:spPr>
          <a:xfrm xmlns:a="http://schemas.openxmlformats.org/drawingml/2006/main">
            <a:off x="9096375" y="3495675"/>
            <a:ext cx="123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100" b="1">
                <a:solidFill>
                  <a:srgbClr val="D6171D"/>
                </a:solidFill>
                <a:latin typeface="Aptos"/>
                <a:ea typeface="Aptos"/>
                <a:cs typeface="Aptos"/>
              </a:defRPr>
            </a:pPr>
            <a:r>
              <a:rPr sz="2100" b="1">
                <a:solidFill>
                  <a:srgbClr val="D6171D"/>
                </a:solidFill>
                <a:latin typeface="Aptos"/>
                <a:ea typeface="Aptos"/>
                <a:cs typeface="Aptos"/>
              </a:rPr>
              <a:t>Noodles</a:t>
            </a:r>
          </a:p>
          <a:p xmlns:a="http://schemas.openxmlformats.org/drawingml/2006/main">
            <a:pPr algn="ctr">
              <a:buNone/>
              <a:defRPr sz="2100" b="1">
                <a:solidFill>
                  <a:srgbClr val="D6171D"/>
                </a:solidFill>
                <a:latin typeface="Aptos"/>
                <a:ea typeface="Aptos"/>
                <a:cs typeface="Aptos"/>
              </a:defRPr>
            </a:pPr>
            <a:r>
              <a:rPr sz="2100" b="1">
                <a:solidFill>
                  <a:srgbClr val="D6171D"/>
                </a:solidFill>
                <a:latin typeface="Aptos"/>
                <a:ea typeface="Aptos"/>
                <a:cs typeface="Aptos"/>
              </a:rPr>
              <a:t>108°</a:t>
            </a:r>
          </a:p>
        </p:txBody>
      </p:sp>
      <p:sp>
        <p:nvSpPr>
          <p:cNvPr id="13" name="Text">
            <a:extLst xmlns:a="http://schemas.openxmlformats.org/drawingml/2006/main">
              <a:ext uri="{FF2B5EF4-FFF2-40B4-BE49-F238E27FC236}">
                <a16:creationId xmlns:a16="http://schemas.microsoft.com/office/drawing/2014/main" id="{890222E4-70E0-40CB-99E3-6C3B1F1BAB86}"/>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5 minutes  •  Check: no gaps, no overlapping sectors, and a complete 360° turn.</a:t>
            </a:r>
          </a:p>
        </p:txBody>
      </p:sp>
    </p:spTree>
    <p:extLst>
      <p:ext uri="{BB962C8B-B14F-4D97-AF65-F5344CB8AC3E}">
        <p14:creationId xmlns:p14="http://schemas.microsoft.com/office/powerpoint/2010/main" val="23306101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2F077696-90F9-46ED-9320-ED795F26C585}"/>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Which chart makes comparison easier?</a:t>
            </a:r>
          </a:p>
        </p:txBody>
      </p:sp>
      <p:sp>
        <p:nvSpPr>
          <p:cNvPr id="2" name="Text">
            <a:extLst xmlns:a="http://schemas.openxmlformats.org/drawingml/2006/main">
              <a:ext uri="{FF2B5EF4-FFF2-40B4-BE49-F238E27FC236}">
                <a16:creationId xmlns:a16="http://schemas.microsoft.com/office/drawing/2014/main" id="{99FEEC10-AAB5-4B9E-A71A-4D4E23D9D72D}"/>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Pie chart: shares of a whole.  Bar chart: category sizes.</a:t>
            </a:r>
          </a:p>
        </p:txBody>
      </p:sp>
      <p:sp>
        <p:nvSpPr>
          <p:cNvPr id="3" name="Rectangle 2">
            <a:extLst xmlns:a="http://schemas.openxmlformats.org/drawingml/2006/main">
              <a:ext uri="{FF2B5EF4-FFF2-40B4-BE49-F238E27FC236}">
                <a16:creationId xmlns:a16="http://schemas.microsoft.com/office/drawing/2014/main" id="{28960BC0-AFE9-4C18-9CC7-20EC51A698CA}"/>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Exercise reference">
            <a:extLst xmlns:a="http://schemas.openxmlformats.org/drawingml/2006/main">
              <a:ext uri="{FF2B5EF4-FFF2-40B4-BE49-F238E27FC236}">
                <a16:creationId xmlns:a16="http://schemas.microsoft.com/office/drawing/2014/main" id="{66BEF659-A22C-4E99-91FD-FABC06D3EC83}"/>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A3</a:t>
            </a:r>
          </a:p>
        </p:txBody>
      </p:sp>
      <p:graphicFrame>
        <p:nvGraphicFramePr>
          <p:cNvPr id="16" name="Chart"/>
          <p:cNvGraphicFramePr/>
          <p:nvPr/>
        </p:nvGraphicFramePr>
        <p:xfrm>
          <a:off xmlns:a="http://schemas.openxmlformats.org/drawingml/2006/main" x="619125" y="2647950"/>
          <a:ext xmlns:a="http://schemas.openxmlformats.org/drawingml/2006/main" cx="4572000" cy="3028950"/>
        </p:xfrm>
        <a:graphic xmlns:a="http://schemas.openxmlformats.org/drawingml/2006/main">
          <a:graphicData uri="http://schemas.openxmlformats.org/drawingml/2006/chart">
            <c:chart xmlns:r="http://schemas.openxmlformats.org/officeDocument/2006/relationships" xmlns:c="http://schemas.openxmlformats.org/drawingml/2006/chart" r:id="Raf049ae7b7a146c7"/>
          </a:graphicData>
        </a:graphic>
      </p:graphicFrame>
      <p:graphicFrame>
        <p:nvGraphicFramePr>
          <p:cNvPr id="17" name="Chart"/>
          <p:cNvGraphicFramePr/>
          <p:nvPr/>
        </p:nvGraphicFramePr>
        <p:xfrm>
          <a:off xmlns:a="http://schemas.openxmlformats.org/drawingml/2006/main" x="5734050" y="2733675"/>
          <a:ext xmlns:a="http://schemas.openxmlformats.org/drawingml/2006/main" cx="5838825" cy="2876550"/>
        </p:xfrm>
        <a:graphic xmlns:a="http://schemas.openxmlformats.org/drawingml/2006/main">
          <a:graphicData uri="http://schemas.openxmlformats.org/drawingml/2006/chart">
            <c:chart xmlns:r="http://schemas.openxmlformats.org/officeDocument/2006/relationships" xmlns:c="http://schemas.openxmlformats.org/drawingml/2006/chart" r:id="R79377fcb8633494d"/>
          </a:graphicData>
        </a:graphic>
      </p:graphicFrame>
      <p:sp>
        <p:nvSpPr>
          <p:cNvPr id="7" name="Text">
            <a:extLst xmlns:a="http://schemas.openxmlformats.org/drawingml/2006/main">
              <a:ext uri="{FF2B5EF4-FFF2-40B4-BE49-F238E27FC236}">
                <a16:creationId xmlns:a16="http://schemas.microsoft.com/office/drawing/2014/main" id="{147E7F28-52F6-49B1-8C8E-DA84ACC706A4}"/>
              </a:ext>
            </a:extLst>
          </p:cNvPr>
          <p:cNvSpPr>
            <a:spLocks xmlns:a="http://schemas.openxmlformats.org/drawingml/2006/main" noGrp="1"/>
          </p:cNvSpPr>
          <p:nvPr/>
        </p:nvSpPr>
        <p:spPr>
          <a:xfrm xmlns:a="http://schemas.openxmlformats.org/drawingml/2006/main">
            <a:off x="619125" y="5629275"/>
            <a:ext cx="10953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725" b="0">
                <a:solidFill>
                  <a:srgbClr val="111111"/>
                </a:solidFill>
                <a:latin typeface="Aptos"/>
                <a:ea typeface="Aptos"/>
                <a:cs typeface="Aptos"/>
              </a:defRPr>
            </a:pPr>
            <a:r>
              <a:rPr sz="1725" b="0">
                <a:solidFill>
                  <a:srgbClr val="111111"/>
                </a:solidFill>
                <a:latin typeface="Aptos"/>
                <a:ea typeface="Aptos"/>
                <a:cs typeface="Aptos"/>
              </a:rPr>
              <a:t>Angles: noodles 108°  •  rice bowls 90°  •  sandwiches 72°  •  dumplings 90°</a:t>
            </a:r>
          </a:p>
        </p:txBody>
      </p:sp>
      <p:sp>
        <p:nvSpPr>
          <p:cNvPr id="8" name="Text">
            <a:extLst xmlns:a="http://schemas.openxmlformats.org/drawingml/2006/main">
              <a:ext uri="{FF2B5EF4-FFF2-40B4-BE49-F238E27FC236}">
                <a16:creationId xmlns:a16="http://schemas.microsoft.com/office/drawing/2014/main" id="{A706BF89-D281-455C-BF83-93966A0126D7}"/>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Which chart makes the difference between noodles and sandwiches clearer? Why?</a:t>
            </a:r>
          </a:p>
        </p:txBody>
      </p:sp>
    </p:spTree>
    <p:extLst>
      <p:ext uri="{BB962C8B-B14F-4D97-AF65-F5344CB8AC3E}">
        <p14:creationId xmlns:p14="http://schemas.microsoft.com/office/powerpoint/2010/main" val="1047796577"/>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a:extLst xmlns:a="http://schemas.openxmlformats.org/drawingml/2006/main">
              <a:ext uri="{FF2B5EF4-FFF2-40B4-BE49-F238E27FC236}">
                <a16:creationId xmlns:a16="http://schemas.microsoft.com/office/drawing/2014/main" id="{66E6E208-B13A-46D3-8AC5-0F3FD28AA280}"/>
              </a:ext>
            </a:extLst>
          </p:cNvPr>
          <p:cNvSpPr>
            <a:spLocks xmlns:a="http://schemas.openxmlformats.org/drawingml/2006/main" noGrp="1"/>
          </p:cNvSpPr>
          <p:nvPr/>
        </p:nvSpPr>
        <p:spPr>
          <a:xfrm xmlns:a="http://schemas.openxmlformats.org/drawingml/2006/main">
            <a:off x="447675" y="2505075"/>
            <a:ext cx="6048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2:</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Grouping</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numerical data</a:t>
            </a:r>
          </a:p>
        </p:txBody>
      </p:sp>
    </p:spTree>
    <p:extLst>
      <p:ext uri="{BB962C8B-B14F-4D97-AF65-F5344CB8AC3E}">
        <p14:creationId xmlns:p14="http://schemas.microsoft.com/office/powerpoint/2010/main" val="139860087"/>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57" name="Slide title">
            <a:extLst xmlns:a="http://schemas.openxmlformats.org/drawingml/2006/main">
              <a:ext uri="{FF2B5EF4-FFF2-40B4-BE49-F238E27FC236}">
                <a16:creationId xmlns:a16="http://schemas.microsoft.com/office/drawing/2014/main" id="{1B797F7F-AFDF-4122-9E3B-F559199F7DC6}"/>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How many people will sign up?</a:t>
            </a:r>
          </a:p>
        </p:txBody>
      </p:sp>
      <p:sp>
        <p:nvSpPr>
          <p:cNvPr id="2" name="Text">
            <a:extLst xmlns:a="http://schemas.openxmlformats.org/drawingml/2006/main">
              <a:ext uri="{FF2B5EF4-FFF2-40B4-BE49-F238E27FC236}">
                <a16:creationId xmlns:a16="http://schemas.microsoft.com/office/drawing/2014/main" id="{5825D50A-97DB-4FBA-8A50-B4B4AD8A0EEC}"/>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A campus food club reviews a sample of 25 promotion sessions.</a:t>
            </a:r>
          </a:p>
        </p:txBody>
      </p:sp>
      <p:sp>
        <p:nvSpPr>
          <p:cNvPr id="3" name="Rectangle 2">
            <a:extLst xmlns:a="http://schemas.openxmlformats.org/drawingml/2006/main">
              <a:ext uri="{FF2B5EF4-FFF2-40B4-BE49-F238E27FC236}">
                <a16:creationId xmlns:a16="http://schemas.microsoft.com/office/drawing/2014/main" id="{B194E6D5-2ACC-4EE1-B25D-EF06FD7B777C}"/>
              </a:ext>
            </a:extLst>
          </p:cNvPr>
          <p:cNvSpPr>
            <a:spLocks xmlns:a="http://schemas.openxmlformats.org/drawingml/2006/main" noGrp="1"/>
          </p:cNvSpPr>
          <p:nvPr/>
        </p:nvSpPr>
        <p:spPr>
          <a:xfrm xmlns:a="http://schemas.openxmlformats.org/drawingml/2006/main">
            <a:off x="600075" y="297180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12484F87-5204-4DCD-B6CB-1B64652B2143}"/>
              </a:ext>
            </a:extLst>
          </p:cNvPr>
          <p:cNvSpPr>
            <a:spLocks xmlns:a="http://schemas.openxmlformats.org/drawingml/2006/main" noGrp="1"/>
          </p:cNvSpPr>
          <p:nvPr/>
        </p:nvSpPr>
        <p:spPr>
          <a:xfrm xmlns:a="http://schemas.openxmlformats.org/drawingml/2006/main">
            <a:off x="619125" y="297180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35</a:t>
            </a:r>
          </a:p>
        </p:txBody>
      </p:sp>
      <p:sp>
        <p:nvSpPr>
          <p:cNvPr id="5" name="Rectangle 4">
            <a:extLst xmlns:a="http://schemas.openxmlformats.org/drawingml/2006/main">
              <a:ext uri="{FF2B5EF4-FFF2-40B4-BE49-F238E27FC236}">
                <a16:creationId xmlns:a16="http://schemas.microsoft.com/office/drawing/2014/main" id="{F94C5E89-A573-4F18-997F-9493E3CCBBD8}"/>
              </a:ext>
            </a:extLst>
          </p:cNvPr>
          <p:cNvSpPr>
            <a:spLocks xmlns:a="http://schemas.openxmlformats.org/drawingml/2006/main" noGrp="1"/>
          </p:cNvSpPr>
          <p:nvPr/>
        </p:nvSpPr>
        <p:spPr>
          <a:xfrm xmlns:a="http://schemas.openxmlformats.org/drawingml/2006/main">
            <a:off x="1828800" y="297180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7358C932-6428-4ED8-B53E-B5B7479107E9}"/>
              </a:ext>
            </a:extLst>
          </p:cNvPr>
          <p:cNvSpPr>
            <a:spLocks xmlns:a="http://schemas.openxmlformats.org/drawingml/2006/main" noGrp="1"/>
          </p:cNvSpPr>
          <p:nvPr/>
        </p:nvSpPr>
        <p:spPr>
          <a:xfrm xmlns:a="http://schemas.openxmlformats.org/drawingml/2006/main">
            <a:off x="1847850" y="297180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22</a:t>
            </a:r>
          </a:p>
        </p:txBody>
      </p:sp>
      <p:sp>
        <p:nvSpPr>
          <p:cNvPr id="7" name="Rectangle 6">
            <a:extLst xmlns:a="http://schemas.openxmlformats.org/drawingml/2006/main">
              <a:ext uri="{FF2B5EF4-FFF2-40B4-BE49-F238E27FC236}">
                <a16:creationId xmlns:a16="http://schemas.microsoft.com/office/drawing/2014/main" id="{5B2AE0EC-0528-47CA-BDE8-D02C4D5264BA}"/>
              </a:ext>
            </a:extLst>
          </p:cNvPr>
          <p:cNvSpPr>
            <a:spLocks xmlns:a="http://schemas.openxmlformats.org/drawingml/2006/main" noGrp="1"/>
          </p:cNvSpPr>
          <p:nvPr/>
        </p:nvSpPr>
        <p:spPr>
          <a:xfrm xmlns:a="http://schemas.openxmlformats.org/drawingml/2006/main">
            <a:off x="3057525" y="297180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 name="Text">
            <a:extLst xmlns:a="http://schemas.openxmlformats.org/drawingml/2006/main">
              <a:ext uri="{FF2B5EF4-FFF2-40B4-BE49-F238E27FC236}">
                <a16:creationId xmlns:a16="http://schemas.microsoft.com/office/drawing/2014/main" id="{2ADE7C0F-72C6-427D-B652-39DE73AE2283}"/>
              </a:ext>
            </a:extLst>
          </p:cNvPr>
          <p:cNvSpPr>
            <a:spLocks xmlns:a="http://schemas.openxmlformats.org/drawingml/2006/main" noGrp="1"/>
          </p:cNvSpPr>
          <p:nvPr/>
        </p:nvSpPr>
        <p:spPr>
          <a:xfrm xmlns:a="http://schemas.openxmlformats.org/drawingml/2006/main">
            <a:off x="3076575" y="297180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48</a:t>
            </a:r>
          </a:p>
        </p:txBody>
      </p:sp>
      <p:sp>
        <p:nvSpPr>
          <p:cNvPr id="9" name="Rectangle 8">
            <a:extLst xmlns:a="http://schemas.openxmlformats.org/drawingml/2006/main">
              <a:ext uri="{FF2B5EF4-FFF2-40B4-BE49-F238E27FC236}">
                <a16:creationId xmlns:a16="http://schemas.microsoft.com/office/drawing/2014/main" id="{FE2869DA-32EE-4C6E-8B74-E3F6BAB5B59E}"/>
              </a:ext>
            </a:extLst>
          </p:cNvPr>
          <p:cNvSpPr>
            <a:spLocks xmlns:a="http://schemas.openxmlformats.org/drawingml/2006/main" noGrp="1"/>
          </p:cNvSpPr>
          <p:nvPr/>
        </p:nvSpPr>
        <p:spPr>
          <a:xfrm xmlns:a="http://schemas.openxmlformats.org/drawingml/2006/main">
            <a:off x="4286250" y="297180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D11BB492-D562-4545-90A1-88DC86DE26CC}"/>
              </a:ext>
            </a:extLst>
          </p:cNvPr>
          <p:cNvSpPr>
            <a:spLocks xmlns:a="http://schemas.openxmlformats.org/drawingml/2006/main" noGrp="1"/>
          </p:cNvSpPr>
          <p:nvPr/>
        </p:nvSpPr>
        <p:spPr>
          <a:xfrm xmlns:a="http://schemas.openxmlformats.org/drawingml/2006/main">
            <a:off x="4305300" y="297180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31</a:t>
            </a:r>
          </a:p>
        </p:txBody>
      </p:sp>
      <p:sp>
        <p:nvSpPr>
          <p:cNvPr id="11" name="Rectangle 10">
            <a:extLst xmlns:a="http://schemas.openxmlformats.org/drawingml/2006/main">
              <a:ext uri="{FF2B5EF4-FFF2-40B4-BE49-F238E27FC236}">
                <a16:creationId xmlns:a16="http://schemas.microsoft.com/office/drawing/2014/main" id="{0E687762-8EBC-4656-9544-2FC946CF30FD}"/>
              </a:ext>
            </a:extLst>
          </p:cNvPr>
          <p:cNvSpPr>
            <a:spLocks xmlns:a="http://schemas.openxmlformats.org/drawingml/2006/main" noGrp="1"/>
          </p:cNvSpPr>
          <p:nvPr/>
        </p:nvSpPr>
        <p:spPr>
          <a:xfrm xmlns:a="http://schemas.openxmlformats.org/drawingml/2006/main">
            <a:off x="5514975" y="297180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1D498982-B983-44C0-ADFA-8DB64B1FC8F8}"/>
              </a:ext>
            </a:extLst>
          </p:cNvPr>
          <p:cNvSpPr>
            <a:spLocks xmlns:a="http://schemas.openxmlformats.org/drawingml/2006/main" noGrp="1"/>
          </p:cNvSpPr>
          <p:nvPr/>
        </p:nvSpPr>
        <p:spPr>
          <a:xfrm xmlns:a="http://schemas.openxmlformats.org/drawingml/2006/main">
            <a:off x="5534025" y="297180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15</a:t>
            </a:r>
          </a:p>
        </p:txBody>
      </p:sp>
      <p:sp>
        <p:nvSpPr>
          <p:cNvPr id="13" name="Rectangle 12">
            <a:extLst xmlns:a="http://schemas.openxmlformats.org/drawingml/2006/main">
              <a:ext uri="{FF2B5EF4-FFF2-40B4-BE49-F238E27FC236}">
                <a16:creationId xmlns:a16="http://schemas.microsoft.com/office/drawing/2014/main" id="{AEAF6526-762D-481C-9236-19EE3C3F0C98}"/>
              </a:ext>
            </a:extLst>
          </p:cNvPr>
          <p:cNvSpPr>
            <a:spLocks xmlns:a="http://schemas.openxmlformats.org/drawingml/2006/main" noGrp="1"/>
          </p:cNvSpPr>
          <p:nvPr/>
        </p:nvSpPr>
        <p:spPr>
          <a:xfrm xmlns:a="http://schemas.openxmlformats.org/drawingml/2006/main">
            <a:off x="600075" y="350901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F4EBA681-B465-458B-A809-A29DDF8CF2BD}"/>
              </a:ext>
            </a:extLst>
          </p:cNvPr>
          <p:cNvSpPr>
            <a:spLocks xmlns:a="http://schemas.openxmlformats.org/drawingml/2006/main" noGrp="1"/>
          </p:cNvSpPr>
          <p:nvPr/>
        </p:nvSpPr>
        <p:spPr>
          <a:xfrm xmlns:a="http://schemas.openxmlformats.org/drawingml/2006/main">
            <a:off x="619125" y="350901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40</a:t>
            </a:r>
          </a:p>
        </p:txBody>
      </p:sp>
      <p:sp>
        <p:nvSpPr>
          <p:cNvPr id="15" name="Rectangle 14">
            <a:extLst xmlns:a="http://schemas.openxmlformats.org/drawingml/2006/main">
              <a:ext uri="{FF2B5EF4-FFF2-40B4-BE49-F238E27FC236}">
                <a16:creationId xmlns:a16="http://schemas.microsoft.com/office/drawing/2014/main" id="{4A8FEEEE-0FE7-4779-8C54-C737B1ADE569}"/>
              </a:ext>
            </a:extLst>
          </p:cNvPr>
          <p:cNvSpPr>
            <a:spLocks xmlns:a="http://schemas.openxmlformats.org/drawingml/2006/main" noGrp="1"/>
          </p:cNvSpPr>
          <p:nvPr/>
        </p:nvSpPr>
        <p:spPr>
          <a:xfrm xmlns:a="http://schemas.openxmlformats.org/drawingml/2006/main">
            <a:off x="1828800" y="350901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6" name="Text">
            <a:extLst xmlns:a="http://schemas.openxmlformats.org/drawingml/2006/main">
              <a:ext uri="{FF2B5EF4-FFF2-40B4-BE49-F238E27FC236}">
                <a16:creationId xmlns:a16="http://schemas.microsoft.com/office/drawing/2014/main" id="{BB71700B-E976-49C4-B635-083ACB886746}"/>
              </a:ext>
            </a:extLst>
          </p:cNvPr>
          <p:cNvSpPr>
            <a:spLocks xmlns:a="http://schemas.openxmlformats.org/drawingml/2006/main" noGrp="1"/>
          </p:cNvSpPr>
          <p:nvPr/>
        </p:nvSpPr>
        <p:spPr>
          <a:xfrm xmlns:a="http://schemas.openxmlformats.org/drawingml/2006/main">
            <a:off x="1847850" y="350901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28</a:t>
            </a:r>
          </a:p>
        </p:txBody>
      </p:sp>
      <p:sp>
        <p:nvSpPr>
          <p:cNvPr id="17" name="Rectangle 16">
            <a:extLst xmlns:a="http://schemas.openxmlformats.org/drawingml/2006/main">
              <a:ext uri="{FF2B5EF4-FFF2-40B4-BE49-F238E27FC236}">
                <a16:creationId xmlns:a16="http://schemas.microsoft.com/office/drawing/2014/main" id="{7C90C86F-BAC1-496D-9622-A6392AC49A2A}"/>
              </a:ext>
            </a:extLst>
          </p:cNvPr>
          <p:cNvSpPr>
            <a:spLocks xmlns:a="http://schemas.openxmlformats.org/drawingml/2006/main" noGrp="1"/>
          </p:cNvSpPr>
          <p:nvPr/>
        </p:nvSpPr>
        <p:spPr>
          <a:xfrm xmlns:a="http://schemas.openxmlformats.org/drawingml/2006/main">
            <a:off x="3057525" y="350901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3C971556-400D-467B-8A3C-1EEA3406B9B9}"/>
              </a:ext>
            </a:extLst>
          </p:cNvPr>
          <p:cNvSpPr>
            <a:spLocks xmlns:a="http://schemas.openxmlformats.org/drawingml/2006/main" noGrp="1"/>
          </p:cNvSpPr>
          <p:nvPr/>
        </p:nvSpPr>
        <p:spPr>
          <a:xfrm xmlns:a="http://schemas.openxmlformats.org/drawingml/2006/main">
            <a:off x="3076575" y="350901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34</a:t>
            </a:r>
          </a:p>
        </p:txBody>
      </p:sp>
      <p:sp>
        <p:nvSpPr>
          <p:cNvPr id="19" name="Rectangle 18">
            <a:extLst xmlns:a="http://schemas.openxmlformats.org/drawingml/2006/main">
              <a:ext uri="{FF2B5EF4-FFF2-40B4-BE49-F238E27FC236}">
                <a16:creationId xmlns:a16="http://schemas.microsoft.com/office/drawing/2014/main" id="{8540AD72-0CEC-45F6-8C7B-D9D81986B162}"/>
              </a:ext>
            </a:extLst>
          </p:cNvPr>
          <p:cNvSpPr>
            <a:spLocks xmlns:a="http://schemas.openxmlformats.org/drawingml/2006/main" noGrp="1"/>
          </p:cNvSpPr>
          <p:nvPr/>
        </p:nvSpPr>
        <p:spPr>
          <a:xfrm xmlns:a="http://schemas.openxmlformats.org/drawingml/2006/main">
            <a:off x="4286250" y="350901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0" name="Text">
            <a:extLst xmlns:a="http://schemas.openxmlformats.org/drawingml/2006/main">
              <a:ext uri="{FF2B5EF4-FFF2-40B4-BE49-F238E27FC236}">
                <a16:creationId xmlns:a16="http://schemas.microsoft.com/office/drawing/2014/main" id="{A11CA7C4-D538-4D58-B3D4-95056B470B82}"/>
              </a:ext>
            </a:extLst>
          </p:cNvPr>
          <p:cNvSpPr>
            <a:spLocks xmlns:a="http://schemas.openxmlformats.org/drawingml/2006/main" noGrp="1"/>
          </p:cNvSpPr>
          <p:nvPr/>
        </p:nvSpPr>
        <p:spPr>
          <a:xfrm xmlns:a="http://schemas.openxmlformats.org/drawingml/2006/main">
            <a:off x="4305300" y="350901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43</a:t>
            </a:r>
          </a:p>
        </p:txBody>
      </p:sp>
      <p:sp>
        <p:nvSpPr>
          <p:cNvPr id="21" name="Rectangle 20">
            <a:extLst xmlns:a="http://schemas.openxmlformats.org/drawingml/2006/main">
              <a:ext uri="{FF2B5EF4-FFF2-40B4-BE49-F238E27FC236}">
                <a16:creationId xmlns:a16="http://schemas.microsoft.com/office/drawing/2014/main" id="{E07557C3-8C18-47B2-96F8-2D3DD3AB5516}"/>
              </a:ext>
            </a:extLst>
          </p:cNvPr>
          <p:cNvSpPr>
            <a:spLocks xmlns:a="http://schemas.openxmlformats.org/drawingml/2006/main" noGrp="1"/>
          </p:cNvSpPr>
          <p:nvPr/>
        </p:nvSpPr>
        <p:spPr>
          <a:xfrm xmlns:a="http://schemas.openxmlformats.org/drawingml/2006/main">
            <a:off x="5514975" y="350901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2" name="Text">
            <a:extLst xmlns:a="http://schemas.openxmlformats.org/drawingml/2006/main">
              <a:ext uri="{FF2B5EF4-FFF2-40B4-BE49-F238E27FC236}">
                <a16:creationId xmlns:a16="http://schemas.microsoft.com/office/drawing/2014/main" id="{DC6466DD-F762-45D1-81B4-36CF740A843A}"/>
              </a:ext>
            </a:extLst>
          </p:cNvPr>
          <p:cNvSpPr>
            <a:spLocks xmlns:a="http://schemas.openxmlformats.org/drawingml/2006/main" noGrp="1"/>
          </p:cNvSpPr>
          <p:nvPr/>
        </p:nvSpPr>
        <p:spPr>
          <a:xfrm xmlns:a="http://schemas.openxmlformats.org/drawingml/2006/main">
            <a:off x="5534025" y="350901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19</a:t>
            </a:r>
          </a:p>
        </p:txBody>
      </p:sp>
      <p:sp>
        <p:nvSpPr>
          <p:cNvPr id="23" name="Rectangle 22">
            <a:extLst xmlns:a="http://schemas.openxmlformats.org/drawingml/2006/main">
              <a:ext uri="{FF2B5EF4-FFF2-40B4-BE49-F238E27FC236}">
                <a16:creationId xmlns:a16="http://schemas.microsoft.com/office/drawing/2014/main" id="{33ED606D-D21A-4679-90E9-8753CBA7CF61}"/>
              </a:ext>
            </a:extLst>
          </p:cNvPr>
          <p:cNvSpPr>
            <a:spLocks xmlns:a="http://schemas.openxmlformats.org/drawingml/2006/main" noGrp="1"/>
          </p:cNvSpPr>
          <p:nvPr/>
        </p:nvSpPr>
        <p:spPr>
          <a:xfrm xmlns:a="http://schemas.openxmlformats.org/drawingml/2006/main">
            <a:off x="600075" y="404622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4" name="Text">
            <a:extLst xmlns:a="http://schemas.openxmlformats.org/drawingml/2006/main">
              <a:ext uri="{FF2B5EF4-FFF2-40B4-BE49-F238E27FC236}">
                <a16:creationId xmlns:a16="http://schemas.microsoft.com/office/drawing/2014/main" id="{8A78AD52-E47A-479C-9E47-8CB18CB1DE1E}"/>
              </a:ext>
            </a:extLst>
          </p:cNvPr>
          <p:cNvSpPr>
            <a:spLocks xmlns:a="http://schemas.openxmlformats.org/drawingml/2006/main" noGrp="1"/>
          </p:cNvSpPr>
          <p:nvPr/>
        </p:nvSpPr>
        <p:spPr>
          <a:xfrm xmlns:a="http://schemas.openxmlformats.org/drawingml/2006/main">
            <a:off x="619125" y="404622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36</a:t>
            </a:r>
          </a:p>
        </p:txBody>
      </p:sp>
      <p:sp>
        <p:nvSpPr>
          <p:cNvPr id="25" name="Rectangle 24">
            <a:extLst xmlns:a="http://schemas.openxmlformats.org/drawingml/2006/main">
              <a:ext uri="{FF2B5EF4-FFF2-40B4-BE49-F238E27FC236}">
                <a16:creationId xmlns:a16="http://schemas.microsoft.com/office/drawing/2014/main" id="{13712305-F488-4625-8E8B-D3C44D5E9606}"/>
              </a:ext>
            </a:extLst>
          </p:cNvPr>
          <p:cNvSpPr>
            <a:spLocks xmlns:a="http://schemas.openxmlformats.org/drawingml/2006/main" noGrp="1"/>
          </p:cNvSpPr>
          <p:nvPr/>
        </p:nvSpPr>
        <p:spPr>
          <a:xfrm xmlns:a="http://schemas.openxmlformats.org/drawingml/2006/main">
            <a:off x="1828800" y="404622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6" name="Text">
            <a:extLst xmlns:a="http://schemas.openxmlformats.org/drawingml/2006/main">
              <a:ext uri="{FF2B5EF4-FFF2-40B4-BE49-F238E27FC236}">
                <a16:creationId xmlns:a16="http://schemas.microsoft.com/office/drawing/2014/main" id="{727DD499-056F-486A-A1EC-20C4688B7E1B}"/>
              </a:ext>
            </a:extLst>
          </p:cNvPr>
          <p:cNvSpPr>
            <a:spLocks xmlns:a="http://schemas.openxmlformats.org/drawingml/2006/main" noGrp="1"/>
          </p:cNvSpPr>
          <p:nvPr/>
        </p:nvSpPr>
        <p:spPr>
          <a:xfrm xmlns:a="http://schemas.openxmlformats.org/drawingml/2006/main">
            <a:off x="1847850" y="404622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23</a:t>
            </a:r>
          </a:p>
        </p:txBody>
      </p:sp>
      <p:sp>
        <p:nvSpPr>
          <p:cNvPr id="27" name="Rectangle 26">
            <a:extLst xmlns:a="http://schemas.openxmlformats.org/drawingml/2006/main">
              <a:ext uri="{FF2B5EF4-FFF2-40B4-BE49-F238E27FC236}">
                <a16:creationId xmlns:a16="http://schemas.microsoft.com/office/drawing/2014/main" id="{AD4A56A2-5F5D-49D0-BC88-C4BCABF78E19}"/>
              </a:ext>
            </a:extLst>
          </p:cNvPr>
          <p:cNvSpPr>
            <a:spLocks xmlns:a="http://schemas.openxmlformats.org/drawingml/2006/main" noGrp="1"/>
          </p:cNvSpPr>
          <p:nvPr/>
        </p:nvSpPr>
        <p:spPr>
          <a:xfrm xmlns:a="http://schemas.openxmlformats.org/drawingml/2006/main">
            <a:off x="3057525" y="404622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8" name="Text">
            <a:extLst xmlns:a="http://schemas.openxmlformats.org/drawingml/2006/main">
              <a:ext uri="{FF2B5EF4-FFF2-40B4-BE49-F238E27FC236}">
                <a16:creationId xmlns:a16="http://schemas.microsoft.com/office/drawing/2014/main" id="{7D700A94-57B1-4A14-AA6B-47CAA9431D93}"/>
              </a:ext>
            </a:extLst>
          </p:cNvPr>
          <p:cNvSpPr>
            <a:spLocks xmlns:a="http://schemas.openxmlformats.org/drawingml/2006/main" noGrp="1"/>
          </p:cNvSpPr>
          <p:nvPr/>
        </p:nvSpPr>
        <p:spPr>
          <a:xfrm xmlns:a="http://schemas.openxmlformats.org/drawingml/2006/main">
            <a:off x="3076575" y="404622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39</a:t>
            </a:r>
          </a:p>
        </p:txBody>
      </p:sp>
      <p:sp>
        <p:nvSpPr>
          <p:cNvPr id="29" name="Rectangle 28">
            <a:extLst xmlns:a="http://schemas.openxmlformats.org/drawingml/2006/main">
              <a:ext uri="{FF2B5EF4-FFF2-40B4-BE49-F238E27FC236}">
                <a16:creationId xmlns:a16="http://schemas.microsoft.com/office/drawing/2014/main" id="{4258DA75-5CDC-4FD0-8C57-5202B60AD15E}"/>
              </a:ext>
            </a:extLst>
          </p:cNvPr>
          <p:cNvSpPr>
            <a:spLocks xmlns:a="http://schemas.openxmlformats.org/drawingml/2006/main" noGrp="1"/>
          </p:cNvSpPr>
          <p:nvPr/>
        </p:nvSpPr>
        <p:spPr>
          <a:xfrm xmlns:a="http://schemas.openxmlformats.org/drawingml/2006/main">
            <a:off x="4286250" y="404622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0" name="Text">
            <a:extLst xmlns:a="http://schemas.openxmlformats.org/drawingml/2006/main">
              <a:ext uri="{FF2B5EF4-FFF2-40B4-BE49-F238E27FC236}">
                <a16:creationId xmlns:a16="http://schemas.microsoft.com/office/drawing/2014/main" id="{1E14B809-D791-4C1E-8B30-FAD5F507A4B1}"/>
              </a:ext>
            </a:extLst>
          </p:cNvPr>
          <p:cNvSpPr>
            <a:spLocks xmlns:a="http://schemas.openxmlformats.org/drawingml/2006/main" noGrp="1"/>
          </p:cNvSpPr>
          <p:nvPr/>
        </p:nvSpPr>
        <p:spPr>
          <a:xfrm xmlns:a="http://schemas.openxmlformats.org/drawingml/2006/main">
            <a:off x="4305300" y="404622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21</a:t>
            </a:r>
          </a:p>
        </p:txBody>
      </p:sp>
      <p:sp>
        <p:nvSpPr>
          <p:cNvPr id="31" name="Rectangle 30">
            <a:extLst xmlns:a="http://schemas.openxmlformats.org/drawingml/2006/main">
              <a:ext uri="{FF2B5EF4-FFF2-40B4-BE49-F238E27FC236}">
                <a16:creationId xmlns:a16="http://schemas.microsoft.com/office/drawing/2014/main" id="{060C9DBA-383E-42BC-A59E-543587180691}"/>
              </a:ext>
            </a:extLst>
          </p:cNvPr>
          <p:cNvSpPr>
            <a:spLocks xmlns:a="http://schemas.openxmlformats.org/drawingml/2006/main" noGrp="1"/>
          </p:cNvSpPr>
          <p:nvPr/>
        </p:nvSpPr>
        <p:spPr>
          <a:xfrm xmlns:a="http://schemas.openxmlformats.org/drawingml/2006/main">
            <a:off x="5514975" y="404622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2" name="Text">
            <a:extLst xmlns:a="http://schemas.openxmlformats.org/drawingml/2006/main">
              <a:ext uri="{FF2B5EF4-FFF2-40B4-BE49-F238E27FC236}">
                <a16:creationId xmlns:a16="http://schemas.microsoft.com/office/drawing/2014/main" id="{E82D02AE-E2FA-4FED-B652-720A10C16EA4}"/>
              </a:ext>
            </a:extLst>
          </p:cNvPr>
          <p:cNvSpPr>
            <a:spLocks xmlns:a="http://schemas.openxmlformats.org/drawingml/2006/main" noGrp="1"/>
          </p:cNvSpPr>
          <p:nvPr/>
        </p:nvSpPr>
        <p:spPr>
          <a:xfrm xmlns:a="http://schemas.openxmlformats.org/drawingml/2006/main">
            <a:off x="5534025" y="404622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44</a:t>
            </a:r>
          </a:p>
        </p:txBody>
      </p:sp>
      <p:sp>
        <p:nvSpPr>
          <p:cNvPr id="33" name="Rectangle 32">
            <a:extLst xmlns:a="http://schemas.openxmlformats.org/drawingml/2006/main">
              <a:ext uri="{FF2B5EF4-FFF2-40B4-BE49-F238E27FC236}">
                <a16:creationId xmlns:a16="http://schemas.microsoft.com/office/drawing/2014/main" id="{FF7B1574-D5F3-458F-A670-87597263FF9F}"/>
              </a:ext>
            </a:extLst>
          </p:cNvPr>
          <p:cNvSpPr>
            <a:spLocks xmlns:a="http://schemas.openxmlformats.org/drawingml/2006/main" noGrp="1"/>
          </p:cNvSpPr>
          <p:nvPr/>
        </p:nvSpPr>
        <p:spPr>
          <a:xfrm xmlns:a="http://schemas.openxmlformats.org/drawingml/2006/main">
            <a:off x="600075" y="458343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4" name="Text">
            <a:extLst xmlns:a="http://schemas.openxmlformats.org/drawingml/2006/main">
              <a:ext uri="{FF2B5EF4-FFF2-40B4-BE49-F238E27FC236}">
                <a16:creationId xmlns:a16="http://schemas.microsoft.com/office/drawing/2014/main" id="{74831527-D236-4CED-89D0-ECDFF17440D7}"/>
              </a:ext>
            </a:extLst>
          </p:cNvPr>
          <p:cNvSpPr>
            <a:spLocks xmlns:a="http://schemas.openxmlformats.org/drawingml/2006/main" noGrp="1"/>
          </p:cNvSpPr>
          <p:nvPr/>
        </p:nvSpPr>
        <p:spPr>
          <a:xfrm xmlns:a="http://schemas.openxmlformats.org/drawingml/2006/main">
            <a:off x="619125" y="458343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27</a:t>
            </a:r>
          </a:p>
        </p:txBody>
      </p:sp>
      <p:sp>
        <p:nvSpPr>
          <p:cNvPr id="35" name="Rectangle 34">
            <a:extLst xmlns:a="http://schemas.openxmlformats.org/drawingml/2006/main">
              <a:ext uri="{FF2B5EF4-FFF2-40B4-BE49-F238E27FC236}">
                <a16:creationId xmlns:a16="http://schemas.microsoft.com/office/drawing/2014/main" id="{733FDDA5-B90A-4B7A-9274-249B548F8680}"/>
              </a:ext>
            </a:extLst>
          </p:cNvPr>
          <p:cNvSpPr>
            <a:spLocks xmlns:a="http://schemas.openxmlformats.org/drawingml/2006/main" noGrp="1"/>
          </p:cNvSpPr>
          <p:nvPr/>
        </p:nvSpPr>
        <p:spPr>
          <a:xfrm xmlns:a="http://schemas.openxmlformats.org/drawingml/2006/main">
            <a:off x="1828800" y="458343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6" name="Text">
            <a:extLst xmlns:a="http://schemas.openxmlformats.org/drawingml/2006/main">
              <a:ext uri="{FF2B5EF4-FFF2-40B4-BE49-F238E27FC236}">
                <a16:creationId xmlns:a16="http://schemas.microsoft.com/office/drawing/2014/main" id="{54DEE70D-726E-4849-893F-42BE0B92476B}"/>
              </a:ext>
            </a:extLst>
          </p:cNvPr>
          <p:cNvSpPr>
            <a:spLocks xmlns:a="http://schemas.openxmlformats.org/drawingml/2006/main" noGrp="1"/>
          </p:cNvSpPr>
          <p:nvPr/>
        </p:nvSpPr>
        <p:spPr>
          <a:xfrm xmlns:a="http://schemas.openxmlformats.org/drawingml/2006/main">
            <a:off x="1847850" y="458343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32</a:t>
            </a:r>
          </a:p>
        </p:txBody>
      </p:sp>
      <p:sp>
        <p:nvSpPr>
          <p:cNvPr id="37" name="Rectangle 36">
            <a:extLst xmlns:a="http://schemas.openxmlformats.org/drawingml/2006/main">
              <a:ext uri="{FF2B5EF4-FFF2-40B4-BE49-F238E27FC236}">
                <a16:creationId xmlns:a16="http://schemas.microsoft.com/office/drawing/2014/main" id="{3DD413B7-F17D-46E5-9F11-01C4E96B7FC3}"/>
              </a:ext>
            </a:extLst>
          </p:cNvPr>
          <p:cNvSpPr>
            <a:spLocks xmlns:a="http://schemas.openxmlformats.org/drawingml/2006/main" noGrp="1"/>
          </p:cNvSpPr>
          <p:nvPr/>
        </p:nvSpPr>
        <p:spPr>
          <a:xfrm xmlns:a="http://schemas.openxmlformats.org/drawingml/2006/main">
            <a:off x="3057525" y="458343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8" name="Text">
            <a:extLst xmlns:a="http://schemas.openxmlformats.org/drawingml/2006/main">
              <a:ext uri="{FF2B5EF4-FFF2-40B4-BE49-F238E27FC236}">
                <a16:creationId xmlns:a16="http://schemas.microsoft.com/office/drawing/2014/main" id="{39F4FF6A-0822-40FD-ADA0-ADFAEAABC898}"/>
              </a:ext>
            </a:extLst>
          </p:cNvPr>
          <p:cNvSpPr>
            <a:spLocks xmlns:a="http://schemas.openxmlformats.org/drawingml/2006/main" noGrp="1"/>
          </p:cNvSpPr>
          <p:nvPr/>
        </p:nvSpPr>
        <p:spPr>
          <a:xfrm xmlns:a="http://schemas.openxmlformats.org/drawingml/2006/main">
            <a:off x="3076575" y="458343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30</a:t>
            </a:r>
          </a:p>
        </p:txBody>
      </p:sp>
      <p:sp>
        <p:nvSpPr>
          <p:cNvPr id="39" name="Rectangle 38">
            <a:extLst xmlns:a="http://schemas.openxmlformats.org/drawingml/2006/main">
              <a:ext uri="{FF2B5EF4-FFF2-40B4-BE49-F238E27FC236}">
                <a16:creationId xmlns:a16="http://schemas.microsoft.com/office/drawing/2014/main" id="{38791A7B-04A5-42CC-8492-48EFA3F25315}"/>
              </a:ext>
            </a:extLst>
          </p:cNvPr>
          <p:cNvSpPr>
            <a:spLocks xmlns:a="http://schemas.openxmlformats.org/drawingml/2006/main" noGrp="1"/>
          </p:cNvSpPr>
          <p:nvPr/>
        </p:nvSpPr>
        <p:spPr>
          <a:xfrm xmlns:a="http://schemas.openxmlformats.org/drawingml/2006/main">
            <a:off x="4286250" y="458343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0" name="Text">
            <a:extLst xmlns:a="http://schemas.openxmlformats.org/drawingml/2006/main">
              <a:ext uri="{FF2B5EF4-FFF2-40B4-BE49-F238E27FC236}">
                <a16:creationId xmlns:a16="http://schemas.microsoft.com/office/drawing/2014/main" id="{D104CB6C-5CFB-45C5-BDFD-AFF1033A0483}"/>
              </a:ext>
            </a:extLst>
          </p:cNvPr>
          <p:cNvSpPr>
            <a:spLocks xmlns:a="http://schemas.openxmlformats.org/drawingml/2006/main" noGrp="1"/>
          </p:cNvSpPr>
          <p:nvPr/>
        </p:nvSpPr>
        <p:spPr>
          <a:xfrm xmlns:a="http://schemas.openxmlformats.org/drawingml/2006/main">
            <a:off x="4305300" y="458343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42</a:t>
            </a:r>
          </a:p>
        </p:txBody>
      </p:sp>
      <p:sp>
        <p:nvSpPr>
          <p:cNvPr id="41" name="Rectangle 40">
            <a:extLst xmlns:a="http://schemas.openxmlformats.org/drawingml/2006/main">
              <a:ext uri="{FF2B5EF4-FFF2-40B4-BE49-F238E27FC236}">
                <a16:creationId xmlns:a16="http://schemas.microsoft.com/office/drawing/2014/main" id="{A49095CE-0761-4826-99A9-A362D3EF5FA4}"/>
              </a:ext>
            </a:extLst>
          </p:cNvPr>
          <p:cNvSpPr>
            <a:spLocks xmlns:a="http://schemas.openxmlformats.org/drawingml/2006/main" noGrp="1"/>
          </p:cNvSpPr>
          <p:nvPr/>
        </p:nvSpPr>
        <p:spPr>
          <a:xfrm xmlns:a="http://schemas.openxmlformats.org/drawingml/2006/main">
            <a:off x="5514975" y="458343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2" name="Text">
            <a:extLst xmlns:a="http://schemas.openxmlformats.org/drawingml/2006/main">
              <a:ext uri="{FF2B5EF4-FFF2-40B4-BE49-F238E27FC236}">
                <a16:creationId xmlns:a16="http://schemas.microsoft.com/office/drawing/2014/main" id="{EC903EAA-5693-42E1-AE6B-947708228EE2}"/>
              </a:ext>
            </a:extLst>
          </p:cNvPr>
          <p:cNvSpPr>
            <a:spLocks xmlns:a="http://schemas.openxmlformats.org/drawingml/2006/main" noGrp="1"/>
          </p:cNvSpPr>
          <p:nvPr/>
        </p:nvSpPr>
        <p:spPr>
          <a:xfrm xmlns:a="http://schemas.openxmlformats.org/drawingml/2006/main">
            <a:off x="5534025" y="458343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25</a:t>
            </a:r>
          </a:p>
        </p:txBody>
      </p:sp>
      <p:sp>
        <p:nvSpPr>
          <p:cNvPr id="43" name="Rectangle 42">
            <a:extLst xmlns:a="http://schemas.openxmlformats.org/drawingml/2006/main">
              <a:ext uri="{FF2B5EF4-FFF2-40B4-BE49-F238E27FC236}">
                <a16:creationId xmlns:a16="http://schemas.microsoft.com/office/drawing/2014/main" id="{B65C1582-802A-488D-B1A4-3AABDBB341E7}"/>
              </a:ext>
            </a:extLst>
          </p:cNvPr>
          <p:cNvSpPr>
            <a:spLocks xmlns:a="http://schemas.openxmlformats.org/drawingml/2006/main" noGrp="1"/>
          </p:cNvSpPr>
          <p:nvPr/>
        </p:nvSpPr>
        <p:spPr>
          <a:xfrm xmlns:a="http://schemas.openxmlformats.org/drawingml/2006/main">
            <a:off x="600075" y="512064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4" name="Text">
            <a:extLst xmlns:a="http://schemas.openxmlformats.org/drawingml/2006/main">
              <a:ext uri="{FF2B5EF4-FFF2-40B4-BE49-F238E27FC236}">
                <a16:creationId xmlns:a16="http://schemas.microsoft.com/office/drawing/2014/main" id="{20250DED-A3F8-49B8-A36B-D9C758D5394C}"/>
              </a:ext>
            </a:extLst>
          </p:cNvPr>
          <p:cNvSpPr>
            <a:spLocks xmlns:a="http://schemas.openxmlformats.org/drawingml/2006/main" noGrp="1"/>
          </p:cNvSpPr>
          <p:nvPr/>
        </p:nvSpPr>
        <p:spPr>
          <a:xfrm xmlns:a="http://schemas.openxmlformats.org/drawingml/2006/main">
            <a:off x="619125" y="512064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29</a:t>
            </a:r>
          </a:p>
        </p:txBody>
      </p:sp>
      <p:sp>
        <p:nvSpPr>
          <p:cNvPr id="45" name="Rectangle 44">
            <a:extLst xmlns:a="http://schemas.openxmlformats.org/drawingml/2006/main">
              <a:ext uri="{FF2B5EF4-FFF2-40B4-BE49-F238E27FC236}">
                <a16:creationId xmlns:a16="http://schemas.microsoft.com/office/drawing/2014/main" id="{AFE15468-5A29-4D6E-953B-9912C47D9036}"/>
              </a:ext>
            </a:extLst>
          </p:cNvPr>
          <p:cNvSpPr>
            <a:spLocks xmlns:a="http://schemas.openxmlformats.org/drawingml/2006/main" noGrp="1"/>
          </p:cNvSpPr>
          <p:nvPr/>
        </p:nvSpPr>
        <p:spPr>
          <a:xfrm xmlns:a="http://schemas.openxmlformats.org/drawingml/2006/main">
            <a:off x="1828800" y="512064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6" name="Text">
            <a:extLst xmlns:a="http://schemas.openxmlformats.org/drawingml/2006/main">
              <a:ext uri="{FF2B5EF4-FFF2-40B4-BE49-F238E27FC236}">
                <a16:creationId xmlns:a16="http://schemas.microsoft.com/office/drawing/2014/main" id="{8291AEC7-C550-44B4-A0CD-1994527BEE57}"/>
              </a:ext>
            </a:extLst>
          </p:cNvPr>
          <p:cNvSpPr>
            <a:spLocks xmlns:a="http://schemas.openxmlformats.org/drawingml/2006/main" noGrp="1"/>
          </p:cNvSpPr>
          <p:nvPr/>
        </p:nvSpPr>
        <p:spPr>
          <a:xfrm xmlns:a="http://schemas.openxmlformats.org/drawingml/2006/main">
            <a:off x="1847850" y="512064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33</a:t>
            </a:r>
          </a:p>
        </p:txBody>
      </p:sp>
      <p:sp>
        <p:nvSpPr>
          <p:cNvPr id="47" name="Rectangle 46">
            <a:extLst xmlns:a="http://schemas.openxmlformats.org/drawingml/2006/main">
              <a:ext uri="{FF2B5EF4-FFF2-40B4-BE49-F238E27FC236}">
                <a16:creationId xmlns:a16="http://schemas.microsoft.com/office/drawing/2014/main" id="{D660004D-2AF9-414A-AFB7-BBACE50B2CF4}"/>
              </a:ext>
            </a:extLst>
          </p:cNvPr>
          <p:cNvSpPr>
            <a:spLocks xmlns:a="http://schemas.openxmlformats.org/drawingml/2006/main" noGrp="1"/>
          </p:cNvSpPr>
          <p:nvPr/>
        </p:nvSpPr>
        <p:spPr>
          <a:xfrm xmlns:a="http://schemas.openxmlformats.org/drawingml/2006/main">
            <a:off x="3057525" y="512064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8" name="Text">
            <a:extLst xmlns:a="http://schemas.openxmlformats.org/drawingml/2006/main">
              <a:ext uri="{FF2B5EF4-FFF2-40B4-BE49-F238E27FC236}">
                <a16:creationId xmlns:a16="http://schemas.microsoft.com/office/drawing/2014/main" id="{7864E55C-FD10-4807-BEAD-B9180712BDDD}"/>
              </a:ext>
            </a:extLst>
          </p:cNvPr>
          <p:cNvSpPr>
            <a:spLocks xmlns:a="http://schemas.openxmlformats.org/drawingml/2006/main" noGrp="1"/>
          </p:cNvSpPr>
          <p:nvPr/>
        </p:nvSpPr>
        <p:spPr>
          <a:xfrm xmlns:a="http://schemas.openxmlformats.org/drawingml/2006/main">
            <a:off x="3076575" y="512064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41</a:t>
            </a:r>
          </a:p>
        </p:txBody>
      </p:sp>
      <p:sp>
        <p:nvSpPr>
          <p:cNvPr id="49" name="Rectangle 48">
            <a:extLst xmlns:a="http://schemas.openxmlformats.org/drawingml/2006/main">
              <a:ext uri="{FF2B5EF4-FFF2-40B4-BE49-F238E27FC236}">
                <a16:creationId xmlns:a16="http://schemas.microsoft.com/office/drawing/2014/main" id="{BCC77E99-3AA0-45A6-9FEB-A26A16EA1388}"/>
              </a:ext>
            </a:extLst>
          </p:cNvPr>
          <p:cNvSpPr>
            <a:spLocks xmlns:a="http://schemas.openxmlformats.org/drawingml/2006/main" noGrp="1"/>
          </p:cNvSpPr>
          <p:nvPr/>
        </p:nvSpPr>
        <p:spPr>
          <a:xfrm xmlns:a="http://schemas.openxmlformats.org/drawingml/2006/main">
            <a:off x="4286250" y="512064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0" name="Text">
            <a:extLst xmlns:a="http://schemas.openxmlformats.org/drawingml/2006/main">
              <a:ext uri="{FF2B5EF4-FFF2-40B4-BE49-F238E27FC236}">
                <a16:creationId xmlns:a16="http://schemas.microsoft.com/office/drawing/2014/main" id="{ECF0641D-362D-4F16-8D18-59212F575797}"/>
              </a:ext>
            </a:extLst>
          </p:cNvPr>
          <p:cNvSpPr>
            <a:spLocks xmlns:a="http://schemas.openxmlformats.org/drawingml/2006/main" noGrp="1"/>
          </p:cNvSpPr>
          <p:nvPr/>
        </p:nvSpPr>
        <p:spPr>
          <a:xfrm xmlns:a="http://schemas.openxmlformats.org/drawingml/2006/main">
            <a:off x="4305300" y="512064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38</a:t>
            </a:r>
          </a:p>
        </p:txBody>
      </p:sp>
      <p:sp>
        <p:nvSpPr>
          <p:cNvPr id="51" name="Rectangle 50">
            <a:extLst xmlns:a="http://schemas.openxmlformats.org/drawingml/2006/main">
              <a:ext uri="{FF2B5EF4-FFF2-40B4-BE49-F238E27FC236}">
                <a16:creationId xmlns:a16="http://schemas.microsoft.com/office/drawing/2014/main" id="{D75A1816-27AD-413E-A294-900B0AEE9436}"/>
              </a:ext>
            </a:extLst>
          </p:cNvPr>
          <p:cNvSpPr>
            <a:spLocks xmlns:a="http://schemas.openxmlformats.org/drawingml/2006/main" noGrp="1"/>
          </p:cNvSpPr>
          <p:nvPr/>
        </p:nvSpPr>
        <p:spPr>
          <a:xfrm xmlns:a="http://schemas.openxmlformats.org/drawingml/2006/main">
            <a:off x="5514975" y="5120640"/>
            <a:ext cx="1171575" cy="48006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2" name="Text">
            <a:extLst xmlns:a="http://schemas.openxmlformats.org/drawingml/2006/main">
              <a:ext uri="{FF2B5EF4-FFF2-40B4-BE49-F238E27FC236}">
                <a16:creationId xmlns:a16="http://schemas.microsoft.com/office/drawing/2014/main" id="{E949AB38-38FE-40BC-9B40-781617A857A9}"/>
              </a:ext>
            </a:extLst>
          </p:cNvPr>
          <p:cNvSpPr>
            <a:spLocks xmlns:a="http://schemas.openxmlformats.org/drawingml/2006/main" noGrp="1"/>
          </p:cNvSpPr>
          <p:nvPr/>
        </p:nvSpPr>
        <p:spPr>
          <a:xfrm xmlns:a="http://schemas.openxmlformats.org/drawingml/2006/main">
            <a:off x="5534025" y="5120640"/>
            <a:ext cx="1133475" cy="4800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37</a:t>
            </a:r>
          </a:p>
        </p:txBody>
      </p:sp>
      <p:sp>
        <p:nvSpPr>
          <p:cNvPr id="53" name="Text">
            <a:extLst xmlns:a="http://schemas.openxmlformats.org/drawingml/2006/main">
              <a:ext uri="{FF2B5EF4-FFF2-40B4-BE49-F238E27FC236}">
                <a16:creationId xmlns:a16="http://schemas.microsoft.com/office/drawing/2014/main" id="{0AB17F69-E681-4AD4-AF85-1D9239A60407}"/>
              </a:ext>
            </a:extLst>
          </p:cNvPr>
          <p:cNvSpPr>
            <a:spLocks xmlns:a="http://schemas.openxmlformats.org/drawingml/2006/main" noGrp="1"/>
          </p:cNvSpPr>
          <p:nvPr/>
        </p:nvSpPr>
        <p:spPr>
          <a:xfrm xmlns:a="http://schemas.openxmlformats.org/drawingml/2006/main">
            <a:off x="7258050" y="2933700"/>
            <a:ext cx="431482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At each 30-minute session,</a:t>
            </a:r>
          </a:p>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students could register for</a:t>
            </a:r>
          </a:p>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a cooking workshop.</a:t>
            </a:r>
          </a:p>
        </p:txBody>
      </p:sp>
      <p:sp>
        <p:nvSpPr>
          <p:cNvPr id="54" name="Text">
            <a:extLst xmlns:a="http://schemas.openxmlformats.org/drawingml/2006/main">
              <a:ext uri="{FF2B5EF4-FFF2-40B4-BE49-F238E27FC236}">
                <a16:creationId xmlns:a16="http://schemas.microsoft.com/office/drawing/2014/main" id="{D22A315B-C094-447A-AAEB-0D843BAA2C98}"/>
              </a:ext>
            </a:extLst>
          </p:cNvPr>
          <p:cNvSpPr>
            <a:spLocks xmlns:a="http://schemas.openxmlformats.org/drawingml/2006/main" noGrp="1"/>
          </p:cNvSpPr>
          <p:nvPr/>
        </p:nvSpPr>
        <p:spPr>
          <a:xfrm xmlns:a="http://schemas.openxmlformats.org/drawingml/2006/main">
            <a:off x="7258050" y="42767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Aptos"/>
                <a:ea typeface="Aptos"/>
                <a:cs typeface="Aptos"/>
              </a:defRPr>
            </a:pPr>
            <a:r>
              <a:rPr sz="2175" b="1">
                <a:solidFill>
                  <a:srgbClr val="111111"/>
                </a:solidFill>
                <a:latin typeface="Aptos"/>
                <a:ea typeface="Aptos"/>
                <a:cs typeface="Aptos"/>
              </a:rPr>
              <a:t>Each number = registrations</a:t>
            </a:r>
          </a:p>
          <a:p xmlns:a="http://schemas.openxmlformats.org/drawingml/2006/main">
            <a:pPr algn="l">
              <a:buNone/>
              <a:defRPr sz="2175" b="1">
                <a:solidFill>
                  <a:srgbClr val="111111"/>
                </a:solidFill>
                <a:latin typeface="Aptos"/>
                <a:ea typeface="Aptos"/>
                <a:cs typeface="Aptos"/>
              </a:defRPr>
            </a:pPr>
            <a:r>
              <a:rPr sz="2175" b="1">
                <a:solidFill>
                  <a:srgbClr val="111111"/>
                </a:solidFill>
                <a:latin typeface="Aptos"/>
                <a:ea typeface="Aptos"/>
                <a:cs typeface="Aptos"/>
              </a:rPr>
              <a:t>from ONE session.</a:t>
            </a:r>
          </a:p>
        </p:txBody>
      </p:sp>
      <p:sp>
        <p:nvSpPr>
          <p:cNvPr id="55" name="Text">
            <a:extLst xmlns:a="http://schemas.openxmlformats.org/drawingml/2006/main">
              <a:ext uri="{FF2B5EF4-FFF2-40B4-BE49-F238E27FC236}">
                <a16:creationId xmlns:a16="http://schemas.microsoft.com/office/drawing/2014/main" id="{87D1BE9C-749B-4C36-8626-9B641B89A378}"/>
              </a:ext>
            </a:extLst>
          </p:cNvPr>
          <p:cNvSpPr>
            <a:spLocks xmlns:a="http://schemas.openxmlformats.org/drawingml/2006/main" noGrp="1"/>
          </p:cNvSpPr>
          <p:nvPr/>
        </p:nvSpPr>
        <p:spPr>
          <a:xfrm xmlns:a="http://schemas.openxmlformats.org/drawingml/2006/main">
            <a:off x="7258050" y="5305425"/>
            <a:ext cx="43148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How should the club plan staffing?</a:t>
            </a:r>
          </a:p>
        </p:txBody>
      </p:sp>
      <p:sp>
        <p:nvSpPr>
          <p:cNvPr id="56" name="Text">
            <a:extLst xmlns:a="http://schemas.openxmlformats.org/drawingml/2006/main">
              <a:ext uri="{FF2B5EF4-FFF2-40B4-BE49-F238E27FC236}">
                <a16:creationId xmlns:a16="http://schemas.microsoft.com/office/drawing/2014/main" id="{CB222FF4-98EF-4200-9A1E-6C0C152CC01E}"/>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Adapted teaching scenario. Find the smallest and largest values.</a:t>
            </a:r>
          </a:p>
        </p:txBody>
      </p:sp>
    </p:spTree>
    <p:extLst>
      <p:ext uri="{BB962C8B-B14F-4D97-AF65-F5344CB8AC3E}">
        <p14:creationId xmlns:p14="http://schemas.microsoft.com/office/powerpoint/2010/main" val="1187382350"/>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26" name="Slide title">
            <a:extLst xmlns:a="http://schemas.openxmlformats.org/drawingml/2006/main">
              <a:ext uri="{FF2B5EF4-FFF2-40B4-BE49-F238E27FC236}">
                <a16:creationId xmlns:a16="http://schemas.microsoft.com/office/drawing/2014/main" id="{D4686EE5-0129-4845-A8FB-F4130412A54A}"/>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Reading a class interval</a:t>
            </a:r>
          </a:p>
        </p:txBody>
      </p:sp>
      <p:sp>
        <p:nvSpPr>
          <p:cNvPr id="2" name="Text">
            <a:extLst xmlns:a="http://schemas.openxmlformats.org/drawingml/2006/main">
              <a:ext uri="{FF2B5EF4-FFF2-40B4-BE49-F238E27FC236}">
                <a16:creationId xmlns:a16="http://schemas.microsoft.com/office/drawing/2014/main" id="{1435AC8D-686A-4A16-8B20-64321D56D9D9}"/>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10 ≤ x &lt; 20 means at least 10 and less than 20 sign-ups.</a:t>
            </a:r>
          </a:p>
        </p:txBody>
      </p:sp>
      <p:sp>
        <p:nvSpPr>
          <p:cNvPr id="3" name="Rectangle 2">
            <a:extLst xmlns:a="http://schemas.openxmlformats.org/drawingml/2006/main">
              <a:ext uri="{FF2B5EF4-FFF2-40B4-BE49-F238E27FC236}">
                <a16:creationId xmlns:a16="http://schemas.microsoft.com/office/drawing/2014/main" id="{EAD34698-98D9-4939-93F1-90F4C993B5FC}"/>
              </a:ext>
            </a:extLst>
          </p:cNvPr>
          <p:cNvSpPr>
            <a:spLocks xmlns:a="http://schemas.openxmlformats.org/drawingml/2006/main" noGrp="1"/>
          </p:cNvSpPr>
          <p:nvPr/>
        </p:nvSpPr>
        <p:spPr>
          <a:xfrm xmlns:a="http://schemas.openxmlformats.org/drawingml/2006/main">
            <a:off x="600075" y="2981325"/>
            <a:ext cx="1038225" cy="7524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D70CD001-84EA-47BB-A8EB-A46C779AD6AF}"/>
              </a:ext>
            </a:extLst>
          </p:cNvPr>
          <p:cNvSpPr>
            <a:spLocks xmlns:a="http://schemas.openxmlformats.org/drawingml/2006/main" noGrp="1"/>
          </p:cNvSpPr>
          <p:nvPr/>
        </p:nvSpPr>
        <p:spPr>
          <a:xfrm xmlns:a="http://schemas.openxmlformats.org/drawingml/2006/main">
            <a:off x="619125" y="2981325"/>
            <a:ext cx="1000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10</a:t>
            </a:r>
          </a:p>
        </p:txBody>
      </p:sp>
      <p:sp>
        <p:nvSpPr>
          <p:cNvPr id="5" name="Rectangle 4">
            <a:extLst xmlns:a="http://schemas.openxmlformats.org/drawingml/2006/main">
              <a:ext uri="{FF2B5EF4-FFF2-40B4-BE49-F238E27FC236}">
                <a16:creationId xmlns:a16="http://schemas.microsoft.com/office/drawing/2014/main" id="{D49E8491-8498-49D7-809E-07D7A5D0F397}"/>
              </a:ext>
            </a:extLst>
          </p:cNvPr>
          <p:cNvSpPr>
            <a:spLocks xmlns:a="http://schemas.openxmlformats.org/drawingml/2006/main" noGrp="1"/>
          </p:cNvSpPr>
          <p:nvPr/>
        </p:nvSpPr>
        <p:spPr>
          <a:xfrm xmlns:a="http://schemas.openxmlformats.org/drawingml/2006/main">
            <a:off x="1695450" y="2981325"/>
            <a:ext cx="1038225" cy="7524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646376EA-2227-4CBE-A653-128C48D340CE}"/>
              </a:ext>
            </a:extLst>
          </p:cNvPr>
          <p:cNvSpPr>
            <a:spLocks xmlns:a="http://schemas.openxmlformats.org/drawingml/2006/main" noGrp="1"/>
          </p:cNvSpPr>
          <p:nvPr/>
        </p:nvSpPr>
        <p:spPr>
          <a:xfrm xmlns:a="http://schemas.openxmlformats.org/drawingml/2006/main">
            <a:off x="1714500" y="2981325"/>
            <a:ext cx="1000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11</a:t>
            </a:r>
          </a:p>
        </p:txBody>
      </p:sp>
      <p:sp>
        <p:nvSpPr>
          <p:cNvPr id="7" name="Rectangle 6">
            <a:extLst xmlns:a="http://schemas.openxmlformats.org/drawingml/2006/main">
              <a:ext uri="{FF2B5EF4-FFF2-40B4-BE49-F238E27FC236}">
                <a16:creationId xmlns:a16="http://schemas.microsoft.com/office/drawing/2014/main" id="{AE56230C-C0D9-4BED-8475-681C4CB3A5F0}"/>
              </a:ext>
            </a:extLst>
          </p:cNvPr>
          <p:cNvSpPr>
            <a:spLocks xmlns:a="http://schemas.openxmlformats.org/drawingml/2006/main" noGrp="1"/>
          </p:cNvSpPr>
          <p:nvPr/>
        </p:nvSpPr>
        <p:spPr>
          <a:xfrm xmlns:a="http://schemas.openxmlformats.org/drawingml/2006/main">
            <a:off x="2790825" y="2981325"/>
            <a:ext cx="1038225" cy="7524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 name="Text">
            <a:extLst xmlns:a="http://schemas.openxmlformats.org/drawingml/2006/main">
              <a:ext uri="{FF2B5EF4-FFF2-40B4-BE49-F238E27FC236}">
                <a16:creationId xmlns:a16="http://schemas.microsoft.com/office/drawing/2014/main" id="{AE8170F9-ADD8-4C4C-9DCA-73747E008A1C}"/>
              </a:ext>
            </a:extLst>
          </p:cNvPr>
          <p:cNvSpPr>
            <a:spLocks xmlns:a="http://schemas.openxmlformats.org/drawingml/2006/main" noGrp="1"/>
          </p:cNvSpPr>
          <p:nvPr/>
        </p:nvSpPr>
        <p:spPr>
          <a:xfrm xmlns:a="http://schemas.openxmlformats.org/drawingml/2006/main">
            <a:off x="2809875" y="2981325"/>
            <a:ext cx="1000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12</a:t>
            </a:r>
          </a:p>
        </p:txBody>
      </p:sp>
      <p:sp>
        <p:nvSpPr>
          <p:cNvPr id="9" name="Rectangle 8">
            <a:extLst xmlns:a="http://schemas.openxmlformats.org/drawingml/2006/main">
              <a:ext uri="{FF2B5EF4-FFF2-40B4-BE49-F238E27FC236}">
                <a16:creationId xmlns:a16="http://schemas.microsoft.com/office/drawing/2014/main" id="{A50EDE32-1CD1-45DB-AE3A-1511585EE60D}"/>
              </a:ext>
            </a:extLst>
          </p:cNvPr>
          <p:cNvSpPr>
            <a:spLocks xmlns:a="http://schemas.openxmlformats.org/drawingml/2006/main" noGrp="1"/>
          </p:cNvSpPr>
          <p:nvPr/>
        </p:nvSpPr>
        <p:spPr>
          <a:xfrm xmlns:a="http://schemas.openxmlformats.org/drawingml/2006/main">
            <a:off x="3886200" y="2981325"/>
            <a:ext cx="1038225" cy="7524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23A1560D-82D1-4028-BC25-61894719DAF1}"/>
              </a:ext>
            </a:extLst>
          </p:cNvPr>
          <p:cNvSpPr>
            <a:spLocks xmlns:a="http://schemas.openxmlformats.org/drawingml/2006/main" noGrp="1"/>
          </p:cNvSpPr>
          <p:nvPr/>
        </p:nvSpPr>
        <p:spPr>
          <a:xfrm xmlns:a="http://schemas.openxmlformats.org/drawingml/2006/main">
            <a:off x="3905250" y="2981325"/>
            <a:ext cx="1000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13</a:t>
            </a:r>
          </a:p>
        </p:txBody>
      </p:sp>
      <p:sp>
        <p:nvSpPr>
          <p:cNvPr id="11" name="Rectangle 10">
            <a:extLst xmlns:a="http://schemas.openxmlformats.org/drawingml/2006/main">
              <a:ext uri="{FF2B5EF4-FFF2-40B4-BE49-F238E27FC236}">
                <a16:creationId xmlns:a16="http://schemas.microsoft.com/office/drawing/2014/main" id="{BD677B22-F08D-497A-9642-2DBE32F0A5EE}"/>
              </a:ext>
            </a:extLst>
          </p:cNvPr>
          <p:cNvSpPr>
            <a:spLocks xmlns:a="http://schemas.openxmlformats.org/drawingml/2006/main" noGrp="1"/>
          </p:cNvSpPr>
          <p:nvPr/>
        </p:nvSpPr>
        <p:spPr>
          <a:xfrm xmlns:a="http://schemas.openxmlformats.org/drawingml/2006/main">
            <a:off x="4981575" y="2981325"/>
            <a:ext cx="1038225" cy="7524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CCAD8167-20B4-44F7-AAD3-E8D5C3A06B7C}"/>
              </a:ext>
            </a:extLst>
          </p:cNvPr>
          <p:cNvSpPr>
            <a:spLocks xmlns:a="http://schemas.openxmlformats.org/drawingml/2006/main" noGrp="1"/>
          </p:cNvSpPr>
          <p:nvPr/>
        </p:nvSpPr>
        <p:spPr>
          <a:xfrm xmlns:a="http://schemas.openxmlformats.org/drawingml/2006/main">
            <a:off x="5000625" y="2981325"/>
            <a:ext cx="1000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14</a:t>
            </a:r>
          </a:p>
        </p:txBody>
      </p:sp>
      <p:sp>
        <p:nvSpPr>
          <p:cNvPr id="13" name="Rectangle 12">
            <a:extLst xmlns:a="http://schemas.openxmlformats.org/drawingml/2006/main">
              <a:ext uri="{FF2B5EF4-FFF2-40B4-BE49-F238E27FC236}">
                <a16:creationId xmlns:a16="http://schemas.microsoft.com/office/drawing/2014/main" id="{2814FB4C-5C2C-44B8-8C0B-7503A36E3C61}"/>
              </a:ext>
            </a:extLst>
          </p:cNvPr>
          <p:cNvSpPr>
            <a:spLocks xmlns:a="http://schemas.openxmlformats.org/drawingml/2006/main" noGrp="1"/>
          </p:cNvSpPr>
          <p:nvPr/>
        </p:nvSpPr>
        <p:spPr>
          <a:xfrm xmlns:a="http://schemas.openxmlformats.org/drawingml/2006/main">
            <a:off x="6076950" y="2981325"/>
            <a:ext cx="1038225" cy="7524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2AA0AD1D-AAB6-41AA-B467-11B250C3D33C}"/>
              </a:ext>
            </a:extLst>
          </p:cNvPr>
          <p:cNvSpPr>
            <a:spLocks xmlns:a="http://schemas.openxmlformats.org/drawingml/2006/main" noGrp="1"/>
          </p:cNvSpPr>
          <p:nvPr/>
        </p:nvSpPr>
        <p:spPr>
          <a:xfrm xmlns:a="http://schemas.openxmlformats.org/drawingml/2006/main">
            <a:off x="6096000" y="2981325"/>
            <a:ext cx="1000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15</a:t>
            </a:r>
          </a:p>
        </p:txBody>
      </p:sp>
      <p:sp>
        <p:nvSpPr>
          <p:cNvPr id="15" name="Rectangle 14">
            <a:extLst xmlns:a="http://schemas.openxmlformats.org/drawingml/2006/main">
              <a:ext uri="{FF2B5EF4-FFF2-40B4-BE49-F238E27FC236}">
                <a16:creationId xmlns:a16="http://schemas.microsoft.com/office/drawing/2014/main" id="{072B5538-C60E-4F0F-AA77-DA6374F5C9DA}"/>
              </a:ext>
            </a:extLst>
          </p:cNvPr>
          <p:cNvSpPr>
            <a:spLocks xmlns:a="http://schemas.openxmlformats.org/drawingml/2006/main" noGrp="1"/>
          </p:cNvSpPr>
          <p:nvPr/>
        </p:nvSpPr>
        <p:spPr>
          <a:xfrm xmlns:a="http://schemas.openxmlformats.org/drawingml/2006/main">
            <a:off x="7172325" y="2981325"/>
            <a:ext cx="1038225" cy="7524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6" name="Text">
            <a:extLst xmlns:a="http://schemas.openxmlformats.org/drawingml/2006/main">
              <a:ext uri="{FF2B5EF4-FFF2-40B4-BE49-F238E27FC236}">
                <a16:creationId xmlns:a16="http://schemas.microsoft.com/office/drawing/2014/main" id="{605B4C91-B9BC-4384-8649-E4BA19D5D5DE}"/>
              </a:ext>
            </a:extLst>
          </p:cNvPr>
          <p:cNvSpPr>
            <a:spLocks xmlns:a="http://schemas.openxmlformats.org/drawingml/2006/main" noGrp="1"/>
          </p:cNvSpPr>
          <p:nvPr/>
        </p:nvSpPr>
        <p:spPr>
          <a:xfrm xmlns:a="http://schemas.openxmlformats.org/drawingml/2006/main">
            <a:off x="7191375" y="2981325"/>
            <a:ext cx="1000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16</a:t>
            </a:r>
          </a:p>
        </p:txBody>
      </p:sp>
      <p:sp>
        <p:nvSpPr>
          <p:cNvPr id="17" name="Rectangle 16">
            <a:extLst xmlns:a="http://schemas.openxmlformats.org/drawingml/2006/main">
              <a:ext uri="{FF2B5EF4-FFF2-40B4-BE49-F238E27FC236}">
                <a16:creationId xmlns:a16="http://schemas.microsoft.com/office/drawing/2014/main" id="{CF20F192-1544-4255-9E54-F807F61B95EB}"/>
              </a:ext>
            </a:extLst>
          </p:cNvPr>
          <p:cNvSpPr>
            <a:spLocks xmlns:a="http://schemas.openxmlformats.org/drawingml/2006/main" noGrp="1"/>
          </p:cNvSpPr>
          <p:nvPr/>
        </p:nvSpPr>
        <p:spPr>
          <a:xfrm xmlns:a="http://schemas.openxmlformats.org/drawingml/2006/main">
            <a:off x="8267700" y="2981325"/>
            <a:ext cx="1038225" cy="7524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B491D143-E0CF-4575-9653-EB4FE1A6714A}"/>
              </a:ext>
            </a:extLst>
          </p:cNvPr>
          <p:cNvSpPr>
            <a:spLocks xmlns:a="http://schemas.openxmlformats.org/drawingml/2006/main" noGrp="1"/>
          </p:cNvSpPr>
          <p:nvPr/>
        </p:nvSpPr>
        <p:spPr>
          <a:xfrm xmlns:a="http://schemas.openxmlformats.org/drawingml/2006/main">
            <a:off x="8286750" y="2981325"/>
            <a:ext cx="1000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17</a:t>
            </a:r>
          </a:p>
        </p:txBody>
      </p:sp>
      <p:sp>
        <p:nvSpPr>
          <p:cNvPr id="19" name="Rectangle 18">
            <a:extLst xmlns:a="http://schemas.openxmlformats.org/drawingml/2006/main">
              <a:ext uri="{FF2B5EF4-FFF2-40B4-BE49-F238E27FC236}">
                <a16:creationId xmlns:a16="http://schemas.microsoft.com/office/drawing/2014/main" id="{9D5DDC58-CE03-4FAB-B285-9BBC95016318}"/>
              </a:ext>
            </a:extLst>
          </p:cNvPr>
          <p:cNvSpPr>
            <a:spLocks xmlns:a="http://schemas.openxmlformats.org/drawingml/2006/main" noGrp="1"/>
          </p:cNvSpPr>
          <p:nvPr/>
        </p:nvSpPr>
        <p:spPr>
          <a:xfrm xmlns:a="http://schemas.openxmlformats.org/drawingml/2006/main">
            <a:off x="9363075" y="2981325"/>
            <a:ext cx="1038225" cy="7524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0" name="Text">
            <a:extLst xmlns:a="http://schemas.openxmlformats.org/drawingml/2006/main">
              <a:ext uri="{FF2B5EF4-FFF2-40B4-BE49-F238E27FC236}">
                <a16:creationId xmlns:a16="http://schemas.microsoft.com/office/drawing/2014/main" id="{2EF7593D-2520-439E-9D25-296879D72073}"/>
              </a:ext>
            </a:extLst>
          </p:cNvPr>
          <p:cNvSpPr>
            <a:spLocks xmlns:a="http://schemas.openxmlformats.org/drawingml/2006/main" noGrp="1"/>
          </p:cNvSpPr>
          <p:nvPr/>
        </p:nvSpPr>
        <p:spPr>
          <a:xfrm xmlns:a="http://schemas.openxmlformats.org/drawingml/2006/main">
            <a:off x="9382125" y="2981325"/>
            <a:ext cx="1000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18</a:t>
            </a:r>
          </a:p>
        </p:txBody>
      </p:sp>
      <p:sp>
        <p:nvSpPr>
          <p:cNvPr id="21" name="Rectangle 20">
            <a:extLst xmlns:a="http://schemas.openxmlformats.org/drawingml/2006/main">
              <a:ext uri="{FF2B5EF4-FFF2-40B4-BE49-F238E27FC236}">
                <a16:creationId xmlns:a16="http://schemas.microsoft.com/office/drawing/2014/main" id="{5F3C87E5-D975-42DC-BFA2-F1AFAB7D98D1}"/>
              </a:ext>
            </a:extLst>
          </p:cNvPr>
          <p:cNvSpPr>
            <a:spLocks xmlns:a="http://schemas.openxmlformats.org/drawingml/2006/main" noGrp="1"/>
          </p:cNvSpPr>
          <p:nvPr/>
        </p:nvSpPr>
        <p:spPr>
          <a:xfrm xmlns:a="http://schemas.openxmlformats.org/drawingml/2006/main">
            <a:off x="10458450" y="2981325"/>
            <a:ext cx="1038225" cy="7524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2" name="Text">
            <a:extLst xmlns:a="http://schemas.openxmlformats.org/drawingml/2006/main">
              <a:ext uri="{FF2B5EF4-FFF2-40B4-BE49-F238E27FC236}">
                <a16:creationId xmlns:a16="http://schemas.microsoft.com/office/drawing/2014/main" id="{DE60ED7B-DD7F-4FCA-B9C5-E5D4DA897878}"/>
              </a:ext>
            </a:extLst>
          </p:cNvPr>
          <p:cNvSpPr>
            <a:spLocks xmlns:a="http://schemas.openxmlformats.org/drawingml/2006/main" noGrp="1"/>
          </p:cNvSpPr>
          <p:nvPr/>
        </p:nvSpPr>
        <p:spPr>
          <a:xfrm xmlns:a="http://schemas.openxmlformats.org/drawingml/2006/main">
            <a:off x="10477500" y="2981325"/>
            <a:ext cx="10001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19</a:t>
            </a:r>
          </a:p>
        </p:txBody>
      </p:sp>
      <p:sp>
        <p:nvSpPr>
          <p:cNvPr id="23" name="Text">
            <a:extLst xmlns:a="http://schemas.openxmlformats.org/drawingml/2006/main">
              <a:ext uri="{FF2B5EF4-FFF2-40B4-BE49-F238E27FC236}">
                <a16:creationId xmlns:a16="http://schemas.microsoft.com/office/drawing/2014/main" id="{B7776A51-8546-491C-9504-2BBCB5EA4805}"/>
              </a:ext>
            </a:extLst>
          </p:cNvPr>
          <p:cNvSpPr>
            <a:spLocks xmlns:a="http://schemas.openxmlformats.org/drawingml/2006/main" noGrp="1"/>
          </p:cNvSpPr>
          <p:nvPr/>
        </p:nvSpPr>
        <p:spPr>
          <a:xfrm xmlns:a="http://schemas.openxmlformats.org/drawingml/2006/main">
            <a:off x="619125" y="4143375"/>
            <a:ext cx="10810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00" b="1">
                <a:solidFill>
                  <a:srgbClr val="111111"/>
                </a:solidFill>
                <a:latin typeface="Aptos"/>
                <a:ea typeface="Aptos"/>
                <a:cs typeface="Aptos"/>
              </a:defRPr>
            </a:pPr>
            <a:r>
              <a:rPr sz="2700" b="1">
                <a:solidFill>
                  <a:srgbClr val="111111"/>
                </a:solidFill>
                <a:latin typeface="Aptos"/>
                <a:ea typeface="Aptos"/>
                <a:cs typeface="Aptos"/>
              </a:rPr>
              <a:t>10 is included. A value of 20 starts the next class.</a:t>
            </a:r>
          </a:p>
        </p:txBody>
      </p:sp>
      <p:sp>
        <p:nvSpPr>
          <p:cNvPr id="24" name="Text">
            <a:extLst xmlns:a="http://schemas.openxmlformats.org/drawingml/2006/main">
              <a:ext uri="{FF2B5EF4-FFF2-40B4-BE49-F238E27FC236}">
                <a16:creationId xmlns:a16="http://schemas.microsoft.com/office/drawing/2014/main" id="{44ADCD33-B63E-402B-8EBE-32E16EE8751D}"/>
              </a:ext>
            </a:extLst>
          </p:cNvPr>
          <p:cNvSpPr>
            <a:spLocks xmlns:a="http://schemas.openxmlformats.org/drawingml/2006/main" noGrp="1"/>
          </p:cNvSpPr>
          <p:nvPr/>
        </p:nvSpPr>
        <p:spPr>
          <a:xfrm xmlns:a="http://schemas.openxmlformats.org/drawingml/2006/main">
            <a:off x="619125" y="492442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Next class: 20 ≤ x &lt; 30</a:t>
            </a:r>
          </a:p>
        </p:txBody>
      </p:sp>
      <p:sp>
        <p:nvSpPr>
          <p:cNvPr id="25" name="Text">
            <a:extLst xmlns:a="http://schemas.openxmlformats.org/drawingml/2006/main">
              <a:ext uri="{FF2B5EF4-FFF2-40B4-BE49-F238E27FC236}">
                <a16:creationId xmlns:a16="http://schemas.microsoft.com/office/drawing/2014/main" id="{68516829-3E24-4922-8E8E-6F5DAABF2D56}"/>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x = sign-ups from one session. Class width = 20 − 10 = 10.</a:t>
            </a:r>
          </a:p>
        </p:txBody>
      </p:sp>
    </p:spTree>
    <p:extLst>
      <p:ext uri="{BB962C8B-B14F-4D97-AF65-F5344CB8AC3E}">
        <p14:creationId xmlns:p14="http://schemas.microsoft.com/office/powerpoint/2010/main" val="1642701949"/>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3" name="Slide title">
            <a:extLst xmlns:a="http://schemas.openxmlformats.org/drawingml/2006/main">
              <a:ext uri="{FF2B5EF4-FFF2-40B4-BE49-F238E27FC236}">
                <a16:creationId xmlns:a16="http://schemas.microsoft.com/office/drawing/2014/main" id="{9458CC15-4177-4B21-91F7-0A25DD39CF42}"/>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Which class does each value belong to?</a:t>
            </a:r>
          </a:p>
        </p:txBody>
      </p:sp>
      <p:sp>
        <p:nvSpPr>
          <p:cNvPr id="2" name="Text">
            <a:extLst xmlns:a="http://schemas.openxmlformats.org/drawingml/2006/main">
              <a:ext uri="{FF2B5EF4-FFF2-40B4-BE49-F238E27FC236}">
                <a16:creationId xmlns:a16="http://schemas.microsoft.com/office/drawing/2014/main" id="{4EEF5BA9-548A-4E16-9D49-267FC90F56F1}"/>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Place these mixed values in the correct classes.</a:t>
            </a:r>
          </a:p>
        </p:txBody>
      </p:sp>
      <p:sp>
        <p:nvSpPr>
          <p:cNvPr id="3" name="Rectangle 2">
            <a:extLst xmlns:a="http://schemas.openxmlformats.org/drawingml/2006/main">
              <a:ext uri="{FF2B5EF4-FFF2-40B4-BE49-F238E27FC236}">
                <a16:creationId xmlns:a16="http://schemas.microsoft.com/office/drawing/2014/main" id="{4AFE4BC6-B66A-4B14-9489-15AB1F81C469}"/>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3BF65EB3-0243-4326-8C63-019D66E55A14}"/>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A4a</a:t>
            </a:r>
          </a:p>
        </p:txBody>
      </p:sp>
      <p:sp>
        <p:nvSpPr>
          <p:cNvPr id="5" name="Rectangle 4">
            <a:extLst xmlns:a="http://schemas.openxmlformats.org/drawingml/2006/main">
              <a:ext uri="{FF2B5EF4-FFF2-40B4-BE49-F238E27FC236}">
                <a16:creationId xmlns:a16="http://schemas.microsoft.com/office/drawing/2014/main" id="{65FA340B-2207-4A6F-8DBC-6DA683A34B8C}"/>
              </a:ext>
            </a:extLst>
          </p:cNvPr>
          <p:cNvSpPr>
            <a:spLocks xmlns:a="http://schemas.openxmlformats.org/drawingml/2006/main" noGrp="1"/>
          </p:cNvSpPr>
          <p:nvPr/>
        </p:nvSpPr>
        <p:spPr>
          <a:xfrm xmlns:a="http://schemas.openxmlformats.org/drawingml/2006/main">
            <a:off x="1314450" y="2943225"/>
            <a:ext cx="1157288" cy="70485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BC9371DA-9ACA-4BE3-938A-5D1B9B4B5999}"/>
              </a:ext>
            </a:extLst>
          </p:cNvPr>
          <p:cNvSpPr>
            <a:spLocks xmlns:a="http://schemas.openxmlformats.org/drawingml/2006/main" noGrp="1"/>
          </p:cNvSpPr>
          <p:nvPr/>
        </p:nvSpPr>
        <p:spPr>
          <a:xfrm xmlns:a="http://schemas.openxmlformats.org/drawingml/2006/main">
            <a:off x="1333500" y="2943225"/>
            <a:ext cx="1119188"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34</a:t>
            </a:r>
          </a:p>
        </p:txBody>
      </p:sp>
      <p:sp>
        <p:nvSpPr>
          <p:cNvPr id="7" name="Rectangle 6">
            <a:extLst xmlns:a="http://schemas.openxmlformats.org/drawingml/2006/main">
              <a:ext uri="{FF2B5EF4-FFF2-40B4-BE49-F238E27FC236}">
                <a16:creationId xmlns:a16="http://schemas.microsoft.com/office/drawing/2014/main" id="{49361FD3-ED9B-4E20-9F2E-64DCDBDD7307}"/>
              </a:ext>
            </a:extLst>
          </p:cNvPr>
          <p:cNvSpPr>
            <a:spLocks xmlns:a="http://schemas.openxmlformats.org/drawingml/2006/main" noGrp="1"/>
          </p:cNvSpPr>
          <p:nvPr/>
        </p:nvSpPr>
        <p:spPr>
          <a:xfrm xmlns:a="http://schemas.openxmlformats.org/drawingml/2006/main">
            <a:off x="2528888" y="2943225"/>
            <a:ext cx="1157288" cy="70485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 name="Text">
            <a:extLst xmlns:a="http://schemas.openxmlformats.org/drawingml/2006/main">
              <a:ext uri="{FF2B5EF4-FFF2-40B4-BE49-F238E27FC236}">
                <a16:creationId xmlns:a16="http://schemas.microsoft.com/office/drawing/2014/main" id="{44E7C63A-34C9-45DE-AE75-1B715BCCF5C0}"/>
              </a:ext>
            </a:extLst>
          </p:cNvPr>
          <p:cNvSpPr>
            <a:spLocks xmlns:a="http://schemas.openxmlformats.org/drawingml/2006/main" noGrp="1"/>
          </p:cNvSpPr>
          <p:nvPr/>
        </p:nvSpPr>
        <p:spPr>
          <a:xfrm xmlns:a="http://schemas.openxmlformats.org/drawingml/2006/main">
            <a:off x="2547938" y="2943225"/>
            <a:ext cx="1119188"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19</a:t>
            </a:r>
          </a:p>
        </p:txBody>
      </p:sp>
      <p:sp>
        <p:nvSpPr>
          <p:cNvPr id="9" name="Rectangle 8">
            <a:extLst xmlns:a="http://schemas.openxmlformats.org/drawingml/2006/main">
              <a:ext uri="{FF2B5EF4-FFF2-40B4-BE49-F238E27FC236}">
                <a16:creationId xmlns:a16="http://schemas.microsoft.com/office/drawing/2014/main" id="{9630962B-0ED3-4A2B-ACE0-9E21FC5AF2B9}"/>
              </a:ext>
            </a:extLst>
          </p:cNvPr>
          <p:cNvSpPr>
            <a:spLocks xmlns:a="http://schemas.openxmlformats.org/drawingml/2006/main" noGrp="1"/>
          </p:cNvSpPr>
          <p:nvPr/>
        </p:nvSpPr>
        <p:spPr>
          <a:xfrm xmlns:a="http://schemas.openxmlformats.org/drawingml/2006/main">
            <a:off x="3743325" y="2943225"/>
            <a:ext cx="1157288" cy="70485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8AFFFCE7-6E37-4F02-977D-436DC5B0597E}"/>
              </a:ext>
            </a:extLst>
          </p:cNvPr>
          <p:cNvSpPr>
            <a:spLocks xmlns:a="http://schemas.openxmlformats.org/drawingml/2006/main" noGrp="1"/>
          </p:cNvSpPr>
          <p:nvPr/>
        </p:nvSpPr>
        <p:spPr>
          <a:xfrm xmlns:a="http://schemas.openxmlformats.org/drawingml/2006/main">
            <a:off x="3762375" y="2943225"/>
            <a:ext cx="1119188"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42</a:t>
            </a:r>
          </a:p>
        </p:txBody>
      </p:sp>
      <p:sp>
        <p:nvSpPr>
          <p:cNvPr id="11" name="Rectangle 10">
            <a:extLst xmlns:a="http://schemas.openxmlformats.org/drawingml/2006/main">
              <a:ext uri="{FF2B5EF4-FFF2-40B4-BE49-F238E27FC236}">
                <a16:creationId xmlns:a16="http://schemas.microsoft.com/office/drawing/2014/main" id="{9636F77D-432E-4D2C-B3CB-6C4A764F59E9}"/>
              </a:ext>
            </a:extLst>
          </p:cNvPr>
          <p:cNvSpPr>
            <a:spLocks xmlns:a="http://schemas.openxmlformats.org/drawingml/2006/main" noGrp="1"/>
          </p:cNvSpPr>
          <p:nvPr/>
        </p:nvSpPr>
        <p:spPr>
          <a:xfrm xmlns:a="http://schemas.openxmlformats.org/drawingml/2006/main">
            <a:off x="4957763" y="2943225"/>
            <a:ext cx="1157288" cy="70485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6B35D1CF-3552-4DA5-89BF-C520228B3662}"/>
              </a:ext>
            </a:extLst>
          </p:cNvPr>
          <p:cNvSpPr>
            <a:spLocks xmlns:a="http://schemas.openxmlformats.org/drawingml/2006/main" noGrp="1"/>
          </p:cNvSpPr>
          <p:nvPr/>
        </p:nvSpPr>
        <p:spPr>
          <a:xfrm xmlns:a="http://schemas.openxmlformats.org/drawingml/2006/main">
            <a:off x="4976813" y="2943225"/>
            <a:ext cx="1119188"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20</a:t>
            </a:r>
          </a:p>
        </p:txBody>
      </p:sp>
      <p:sp>
        <p:nvSpPr>
          <p:cNvPr id="13" name="Rectangle 12">
            <a:extLst xmlns:a="http://schemas.openxmlformats.org/drawingml/2006/main">
              <a:ext uri="{FF2B5EF4-FFF2-40B4-BE49-F238E27FC236}">
                <a16:creationId xmlns:a16="http://schemas.microsoft.com/office/drawing/2014/main" id="{FEACC45D-E1A9-4857-8714-40110CAA75EB}"/>
              </a:ext>
            </a:extLst>
          </p:cNvPr>
          <p:cNvSpPr>
            <a:spLocks xmlns:a="http://schemas.openxmlformats.org/drawingml/2006/main" noGrp="1"/>
          </p:cNvSpPr>
          <p:nvPr/>
        </p:nvSpPr>
        <p:spPr>
          <a:xfrm xmlns:a="http://schemas.openxmlformats.org/drawingml/2006/main">
            <a:off x="6172200" y="2943225"/>
            <a:ext cx="1157288" cy="70485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30E94523-1EC2-4D71-9FCA-40D955B90B47}"/>
              </a:ext>
            </a:extLst>
          </p:cNvPr>
          <p:cNvSpPr>
            <a:spLocks xmlns:a="http://schemas.openxmlformats.org/drawingml/2006/main" noGrp="1"/>
          </p:cNvSpPr>
          <p:nvPr/>
        </p:nvSpPr>
        <p:spPr>
          <a:xfrm xmlns:a="http://schemas.openxmlformats.org/drawingml/2006/main">
            <a:off x="6191250" y="2943225"/>
            <a:ext cx="1119188"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29</a:t>
            </a:r>
          </a:p>
        </p:txBody>
      </p:sp>
      <p:sp>
        <p:nvSpPr>
          <p:cNvPr id="15" name="Rectangle 14">
            <a:extLst xmlns:a="http://schemas.openxmlformats.org/drawingml/2006/main">
              <a:ext uri="{FF2B5EF4-FFF2-40B4-BE49-F238E27FC236}">
                <a16:creationId xmlns:a16="http://schemas.microsoft.com/office/drawing/2014/main" id="{094CA46B-5EB5-40AA-B015-26E7D134A2C3}"/>
              </a:ext>
            </a:extLst>
          </p:cNvPr>
          <p:cNvSpPr>
            <a:spLocks xmlns:a="http://schemas.openxmlformats.org/drawingml/2006/main" noGrp="1"/>
          </p:cNvSpPr>
          <p:nvPr/>
        </p:nvSpPr>
        <p:spPr>
          <a:xfrm xmlns:a="http://schemas.openxmlformats.org/drawingml/2006/main">
            <a:off x="7386638" y="2943225"/>
            <a:ext cx="1157288" cy="70485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6" name="Text">
            <a:extLst xmlns:a="http://schemas.openxmlformats.org/drawingml/2006/main">
              <a:ext uri="{FF2B5EF4-FFF2-40B4-BE49-F238E27FC236}">
                <a16:creationId xmlns:a16="http://schemas.microsoft.com/office/drawing/2014/main" id="{F0226141-7291-49E9-833E-B7F8EFA1F1CF}"/>
              </a:ext>
            </a:extLst>
          </p:cNvPr>
          <p:cNvSpPr>
            <a:spLocks xmlns:a="http://schemas.openxmlformats.org/drawingml/2006/main" noGrp="1"/>
          </p:cNvSpPr>
          <p:nvPr/>
        </p:nvSpPr>
        <p:spPr>
          <a:xfrm xmlns:a="http://schemas.openxmlformats.org/drawingml/2006/main">
            <a:off x="7405688" y="2943225"/>
            <a:ext cx="1119188"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11</a:t>
            </a:r>
          </a:p>
        </p:txBody>
      </p:sp>
      <p:sp>
        <p:nvSpPr>
          <p:cNvPr id="17" name="Rectangle 16">
            <a:extLst xmlns:a="http://schemas.openxmlformats.org/drawingml/2006/main">
              <a:ext uri="{FF2B5EF4-FFF2-40B4-BE49-F238E27FC236}">
                <a16:creationId xmlns:a16="http://schemas.microsoft.com/office/drawing/2014/main" id="{79C004E2-CA9D-4B8D-B227-110C8D254D44}"/>
              </a:ext>
            </a:extLst>
          </p:cNvPr>
          <p:cNvSpPr>
            <a:spLocks xmlns:a="http://schemas.openxmlformats.org/drawingml/2006/main" noGrp="1"/>
          </p:cNvSpPr>
          <p:nvPr/>
        </p:nvSpPr>
        <p:spPr>
          <a:xfrm xmlns:a="http://schemas.openxmlformats.org/drawingml/2006/main">
            <a:off x="8601075" y="2943225"/>
            <a:ext cx="1157288" cy="70485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9005AD0A-D435-402A-8065-B1B1B503265C}"/>
              </a:ext>
            </a:extLst>
          </p:cNvPr>
          <p:cNvSpPr>
            <a:spLocks xmlns:a="http://schemas.openxmlformats.org/drawingml/2006/main" noGrp="1"/>
          </p:cNvSpPr>
          <p:nvPr/>
        </p:nvSpPr>
        <p:spPr>
          <a:xfrm xmlns:a="http://schemas.openxmlformats.org/drawingml/2006/main">
            <a:off x="8620125" y="2943225"/>
            <a:ext cx="1119188"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30</a:t>
            </a:r>
          </a:p>
        </p:txBody>
      </p:sp>
      <p:sp>
        <p:nvSpPr>
          <p:cNvPr id="19" name="Rectangle 18">
            <a:extLst xmlns:a="http://schemas.openxmlformats.org/drawingml/2006/main">
              <a:ext uri="{FF2B5EF4-FFF2-40B4-BE49-F238E27FC236}">
                <a16:creationId xmlns:a16="http://schemas.microsoft.com/office/drawing/2014/main" id="{18DB54AE-0C1B-4EF9-9053-4595E728B321}"/>
              </a:ext>
            </a:extLst>
          </p:cNvPr>
          <p:cNvSpPr>
            <a:spLocks xmlns:a="http://schemas.openxmlformats.org/drawingml/2006/main" noGrp="1"/>
          </p:cNvSpPr>
          <p:nvPr/>
        </p:nvSpPr>
        <p:spPr>
          <a:xfrm xmlns:a="http://schemas.openxmlformats.org/drawingml/2006/main">
            <a:off x="9815513" y="2943225"/>
            <a:ext cx="1157288" cy="70485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0" name="Text">
            <a:extLst xmlns:a="http://schemas.openxmlformats.org/drawingml/2006/main">
              <a:ext uri="{FF2B5EF4-FFF2-40B4-BE49-F238E27FC236}">
                <a16:creationId xmlns:a16="http://schemas.microsoft.com/office/drawing/2014/main" id="{4A445CE0-DDDB-4400-9C46-F21073A3A488}"/>
              </a:ext>
            </a:extLst>
          </p:cNvPr>
          <p:cNvSpPr>
            <a:spLocks xmlns:a="http://schemas.openxmlformats.org/drawingml/2006/main" noGrp="1"/>
          </p:cNvSpPr>
          <p:nvPr/>
        </p:nvSpPr>
        <p:spPr>
          <a:xfrm xmlns:a="http://schemas.openxmlformats.org/drawingml/2006/main">
            <a:off x="9834563" y="2943225"/>
            <a:ext cx="1119188"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48</a:t>
            </a:r>
          </a:p>
        </p:txBody>
      </p:sp>
      <p:graphicFrame>
        <p:nvGraphicFramePr>
          <p:cNvPr id="45" name="Table 42"/>
          <p:cNvGraphicFramePr/>
          <p:nvPr/>
        </p:nvGraphicFramePr>
        <p:xfrm>
          <a:off xmlns:a="http://schemas.openxmlformats.org/drawingml/2006/main" x="619125" y="4171950"/>
          <a:ext xmlns:a="http://schemas.openxmlformats.org/drawingml/2006/main" cx="10953750" cy="1276350"/>
        </p:xfrm>
        <a:graphic xmlns:a="http://schemas.openxmlformats.org/drawingml/2006/main">
          <a:graphicData uri="http://schemas.openxmlformats.org/drawingml/2006/table">
            <a:tbl>
              <a:tblPr firstRow="1"/>
              <a:tblGrid>
                <a:gridCol w="2738438"/>
                <a:gridCol w="2738438"/>
                <a:gridCol w="2738438"/>
                <a:gridCol w="2738438"/>
              </a:tblGrid>
              <a:tr h="638175">
                <a:tc>
                  <a:txBody>
                    <a:bodyPr/>
                    <a:lstStyle/>
                    <a:p>
                      <a:pPr algn="l">
                        <a:buNone/>
                      </a:pPr>
                      <a:r>
                        <a:rPr sz="2400" b="1">
                          <a:solidFill>
                            <a:srgbClr val="FFFFFF"/>
                          </a:solidFill>
                          <a:latin typeface="Aptos"/>
                          <a:ea typeface="Aptos"/>
                          <a:cs typeface="Aptos"/>
                        </a:rPr>
                        <a:t>10 ≤ x &lt; 20</a:t>
                      </a:r>
                    </a:p>
                  </a:txBody>
                  <a:tcPr marL="91440" marR="91440" marT="45720" marB="45720" anchor="ctr">
                    <a:solidFill>
                      <a:srgbClr val="D6171D"/>
                    </a:solidFill>
                  </a:tcPr>
                </a:tc>
                <a:tc>
                  <a:txBody>
                    <a:bodyPr/>
                    <a:lstStyle/>
                    <a:p>
                      <a:pPr algn="ctr">
                        <a:buNone/>
                      </a:pPr>
                      <a:r>
                        <a:rPr sz="2400" b="1">
                          <a:solidFill>
                            <a:srgbClr val="FFFFFF"/>
                          </a:solidFill>
                          <a:latin typeface="Aptos"/>
                          <a:ea typeface="Aptos"/>
                          <a:cs typeface="Aptos"/>
                        </a:rPr>
                        <a:t>20 ≤ x &lt; 30</a:t>
                      </a:r>
                    </a:p>
                  </a:txBody>
                  <a:tcPr marL="91440" marR="91440" marT="45720" marB="45720" anchor="ctr">
                    <a:solidFill>
                      <a:srgbClr val="D6171D"/>
                    </a:solidFill>
                  </a:tcPr>
                </a:tc>
                <a:tc>
                  <a:txBody>
                    <a:bodyPr/>
                    <a:lstStyle/>
                    <a:p>
                      <a:pPr algn="ctr">
                        <a:buNone/>
                      </a:pPr>
                      <a:r>
                        <a:rPr sz="2400" b="1">
                          <a:solidFill>
                            <a:srgbClr val="FFFFFF"/>
                          </a:solidFill>
                          <a:latin typeface="Aptos"/>
                          <a:ea typeface="Aptos"/>
                          <a:cs typeface="Aptos"/>
                        </a:rPr>
                        <a:t>30 ≤ x &lt; 40</a:t>
                      </a:r>
                    </a:p>
                  </a:txBody>
                  <a:tcPr marL="91440" marR="91440" marT="45720" marB="45720" anchor="ctr">
                    <a:solidFill>
                      <a:srgbClr val="D6171D"/>
                    </a:solidFill>
                  </a:tcPr>
                </a:tc>
                <a:tc>
                  <a:txBody>
                    <a:bodyPr/>
                    <a:lstStyle/>
                    <a:p>
                      <a:pPr algn="ctr">
                        <a:buNone/>
                      </a:pPr>
                      <a:r>
                        <a:rPr sz="2400" b="1">
                          <a:solidFill>
                            <a:srgbClr val="FFFFFF"/>
                          </a:solidFill>
                          <a:latin typeface="Aptos"/>
                          <a:ea typeface="Aptos"/>
                          <a:cs typeface="Aptos"/>
                        </a:rPr>
                        <a:t>40 ≤ x &lt; 50</a:t>
                      </a:r>
                    </a:p>
                  </a:txBody>
                  <a:tcPr marL="91440" marR="91440" marT="45720" marB="45720" anchor="ctr">
                    <a:solidFill>
                      <a:srgbClr val="D6171D"/>
                    </a:solidFill>
                  </a:tcPr>
                </a:tc>
              </a:tr>
              <a:tr h="638175">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bl>
          </a:graphicData>
        </a:graphic>
      </p:graphicFrame>
      <p:sp>
        <p:nvSpPr>
          <p:cNvPr id="22" name="Text">
            <a:extLst xmlns:a="http://schemas.openxmlformats.org/drawingml/2006/main">
              <a:ext uri="{FF2B5EF4-FFF2-40B4-BE49-F238E27FC236}">
                <a16:creationId xmlns:a16="http://schemas.microsoft.com/office/drawing/2014/main" id="{1EEE031F-9B2A-4AED-B291-081CD914B550}"/>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90 seconds. Explain what happens at 19/20 and 29/30.</a:t>
            </a:r>
          </a:p>
        </p:txBody>
      </p:sp>
    </p:spTree>
    <p:extLst>
      <p:ext uri="{BB962C8B-B14F-4D97-AF65-F5344CB8AC3E}">
        <p14:creationId xmlns:p14="http://schemas.microsoft.com/office/powerpoint/2010/main" val="1574253813"/>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14" name="Slide title">
            <a:extLst xmlns:a="http://schemas.openxmlformats.org/drawingml/2006/main">
              <a:ext uri="{FF2B5EF4-FFF2-40B4-BE49-F238E27FC236}">
                <a16:creationId xmlns:a16="http://schemas.microsoft.com/office/drawing/2014/main" id="{A21B4783-AF79-4FA4-B5F0-B39636319BA8}"/>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use four classes?</a:t>
            </a:r>
          </a:p>
        </p:txBody>
      </p:sp>
      <p:sp>
        <p:nvSpPr>
          <p:cNvPr id="2" name="Text">
            <a:extLst xmlns:a="http://schemas.openxmlformats.org/drawingml/2006/main">
              <a:ext uri="{FF2B5EF4-FFF2-40B4-BE49-F238E27FC236}">
                <a16:creationId xmlns:a16="http://schemas.microsoft.com/office/drawing/2014/main" id="{490114B6-850C-4C64-8F1B-CEEEC2841EB1}"/>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For these 25 values, four groups give a short, readable summary.</a:t>
            </a:r>
          </a:p>
        </p:txBody>
      </p:sp>
      <p:sp>
        <p:nvSpPr>
          <p:cNvPr id="3" name="Text">
            <a:extLst xmlns:a="http://schemas.openxmlformats.org/drawingml/2006/main">
              <a:ext uri="{FF2B5EF4-FFF2-40B4-BE49-F238E27FC236}">
                <a16:creationId xmlns:a16="http://schemas.microsoft.com/office/drawing/2014/main" id="{D6B6EE44-D17D-448B-A303-E99260B89B96}"/>
              </a:ext>
            </a:extLst>
          </p:cNvPr>
          <p:cNvSpPr>
            <a:spLocks xmlns:a="http://schemas.openxmlformats.org/drawingml/2006/main" noGrp="1"/>
          </p:cNvSpPr>
          <p:nvPr/>
        </p:nvSpPr>
        <p:spPr>
          <a:xfrm xmlns:a="http://schemas.openxmlformats.org/drawingml/2006/main">
            <a:off x="619125" y="2952750"/>
            <a:ext cx="53816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11111"/>
                </a:solidFill>
                <a:latin typeface="Aptos"/>
                <a:ea typeface="Aptos"/>
                <a:cs typeface="Aptos"/>
              </a:defRPr>
            </a:pPr>
            <a:r>
              <a:rPr sz="2250" b="1">
                <a:solidFill>
                  <a:srgbClr val="111111"/>
                </a:solidFill>
                <a:latin typeface="Aptos"/>
                <a:ea typeface="Aptos"/>
                <a:cs typeface="Aptos"/>
              </a:rPr>
              <a:t>Choosing the number of classes</a:t>
            </a:r>
          </a:p>
        </p:txBody>
      </p:sp>
      <p:sp>
        <p:nvSpPr>
          <p:cNvPr id="4" name="Text">
            <a:extLst xmlns:a="http://schemas.openxmlformats.org/drawingml/2006/main">
              <a:ext uri="{FF2B5EF4-FFF2-40B4-BE49-F238E27FC236}">
                <a16:creationId xmlns:a16="http://schemas.microsoft.com/office/drawing/2014/main" id="{7F782F28-597A-452C-BCD0-E19CADCE4C9C}"/>
              </a:ext>
            </a:extLst>
          </p:cNvPr>
          <p:cNvSpPr>
            <a:spLocks xmlns:a="http://schemas.openxmlformats.org/drawingml/2006/main" noGrp="1"/>
          </p:cNvSpPr>
          <p:nvPr/>
        </p:nvSpPr>
        <p:spPr>
          <a:xfrm xmlns:a="http://schemas.openxmlformats.org/drawingml/2006/main">
            <a:off x="619125" y="3609975"/>
            <a:ext cx="5334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Too few: detail disappears.</a:t>
            </a:r>
          </a:p>
        </p:txBody>
      </p:sp>
      <p:sp>
        <p:nvSpPr>
          <p:cNvPr id="5" name="Text">
            <a:extLst xmlns:a="http://schemas.openxmlformats.org/drawingml/2006/main">
              <a:ext uri="{FF2B5EF4-FFF2-40B4-BE49-F238E27FC236}">
                <a16:creationId xmlns:a16="http://schemas.microsoft.com/office/drawing/2014/main" id="{B1E272DC-E989-4D61-96E3-6143B7E27EB2}"/>
              </a:ext>
            </a:extLst>
          </p:cNvPr>
          <p:cNvSpPr>
            <a:spLocks xmlns:a="http://schemas.openxmlformats.org/drawingml/2006/main" noGrp="1"/>
          </p:cNvSpPr>
          <p:nvPr/>
        </p:nvSpPr>
        <p:spPr>
          <a:xfrm xmlns:a="http://schemas.openxmlformats.org/drawingml/2006/main">
            <a:off x="619125" y="4248150"/>
            <a:ext cx="5334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Too many: the summary gets busy.</a:t>
            </a:r>
          </a:p>
        </p:txBody>
      </p:sp>
      <p:sp>
        <p:nvSpPr>
          <p:cNvPr id="6" name="Text">
            <a:extLst xmlns:a="http://schemas.openxmlformats.org/drawingml/2006/main">
              <a:ext uri="{FF2B5EF4-FFF2-40B4-BE49-F238E27FC236}">
                <a16:creationId xmlns:a16="http://schemas.microsoft.com/office/drawing/2014/main" id="{DC532377-5818-403D-A6DF-415D838C2261}"/>
              </a:ext>
            </a:extLst>
          </p:cNvPr>
          <p:cNvSpPr>
            <a:spLocks xmlns:a="http://schemas.openxmlformats.org/drawingml/2006/main" noGrp="1"/>
          </p:cNvSpPr>
          <p:nvPr/>
        </p:nvSpPr>
        <p:spPr>
          <a:xfrm xmlns:a="http://schemas.openxmlformats.org/drawingml/2006/main">
            <a:off x="619125" y="4886325"/>
            <a:ext cx="5334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Four is a reasonable choice here.</a:t>
            </a:r>
          </a:p>
        </p:txBody>
      </p:sp>
      <p:sp>
        <p:nvSpPr>
          <p:cNvPr id="7" name="Text">
            <a:extLst xmlns:a="http://schemas.openxmlformats.org/drawingml/2006/main">
              <a:ext uri="{FF2B5EF4-FFF2-40B4-BE49-F238E27FC236}">
                <a16:creationId xmlns:a16="http://schemas.microsoft.com/office/drawing/2014/main" id="{20F2C8E6-B342-4769-A0AD-CCA6255D8A3B}"/>
              </a:ext>
            </a:extLst>
          </p:cNvPr>
          <p:cNvSpPr>
            <a:spLocks xmlns:a="http://schemas.openxmlformats.org/drawingml/2006/main" noGrp="1"/>
          </p:cNvSpPr>
          <p:nvPr/>
        </p:nvSpPr>
        <p:spPr>
          <a:xfrm xmlns:a="http://schemas.openxmlformats.org/drawingml/2006/main">
            <a:off x="6657975" y="2952750"/>
            <a:ext cx="49149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11111"/>
                </a:solidFill>
                <a:latin typeface="Aptos"/>
                <a:ea typeface="Aptos"/>
                <a:cs typeface="Aptos"/>
              </a:defRPr>
            </a:pPr>
            <a:r>
              <a:rPr sz="2550" b="1">
                <a:solidFill>
                  <a:srgbClr val="111111"/>
                </a:solidFill>
                <a:latin typeface="Aptos"/>
                <a:ea typeface="Aptos"/>
                <a:cs typeface="Aptos"/>
              </a:rPr>
              <a:t>Range = 48 − 15 = 33</a:t>
            </a:r>
          </a:p>
        </p:txBody>
      </p:sp>
      <p:sp>
        <p:nvSpPr>
          <p:cNvPr id="8" name="Text">
            <a:extLst xmlns:a="http://schemas.openxmlformats.org/drawingml/2006/main">
              <a:ext uri="{FF2B5EF4-FFF2-40B4-BE49-F238E27FC236}">
                <a16:creationId xmlns:a16="http://schemas.microsoft.com/office/drawing/2014/main" id="{D132C4DF-1B43-4D48-AE01-B30EA0CAC9B9}"/>
              </a:ext>
            </a:extLst>
          </p:cNvPr>
          <p:cNvSpPr>
            <a:spLocks xmlns:a="http://schemas.openxmlformats.org/drawingml/2006/main" noGrp="1"/>
          </p:cNvSpPr>
          <p:nvPr/>
        </p:nvSpPr>
        <p:spPr>
          <a:xfrm xmlns:a="http://schemas.openxmlformats.org/drawingml/2006/main">
            <a:off x="6915150" y="3714750"/>
            <a:ext cx="95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33</a:t>
            </a:r>
          </a:p>
        </p:txBody>
      </p:sp>
      <p:sp>
        <p:nvSpPr>
          <p:cNvPr id="9" name="Freeform 8">
            <a:extLst xmlns:a="http://schemas.openxmlformats.org/drawingml/2006/main">
              <a:ext uri="{FF2B5EF4-FFF2-40B4-BE49-F238E27FC236}">
                <a16:creationId xmlns:a16="http://schemas.microsoft.com/office/drawing/2014/main" id="{88F45E77-E937-4AD0-891B-6CA0F7B1E931}"/>
              </a:ext>
            </a:extLst>
          </p:cNvPr>
          <p:cNvSpPr>
            <a:spLocks xmlns:a="http://schemas.openxmlformats.org/drawingml/2006/main" noGrp="1"/>
          </p:cNvSpPr>
          <p:nvPr/>
        </p:nvSpPr>
        <p:spPr>
          <a:xfrm xmlns:a="http://schemas.openxmlformats.org/drawingml/2006/main">
            <a:off x="6915150" y="4152900"/>
            <a:ext cx="952500" cy="953"/>
          </a:xfrm>
          <a:custGeom xmlns:a="http://schemas.openxmlformats.org/drawingml/2006/main">
            <a:rect l="0" t="0" r="0" b="0"/>
            <a:pathLst>
              <a:path w="952500" h="953">
                <a:moveTo>
                  <a:pt x="0" y="0"/>
                </a:moveTo>
                <a:lnTo>
                  <a:pt x="95250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64188CF4-0F78-449E-942A-22C9EE5B89D2}"/>
              </a:ext>
            </a:extLst>
          </p:cNvPr>
          <p:cNvSpPr>
            <a:spLocks xmlns:a="http://schemas.openxmlformats.org/drawingml/2006/main" noGrp="1"/>
          </p:cNvSpPr>
          <p:nvPr/>
        </p:nvSpPr>
        <p:spPr>
          <a:xfrm xmlns:a="http://schemas.openxmlformats.org/drawingml/2006/main">
            <a:off x="6915150" y="4219575"/>
            <a:ext cx="95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850" b="0">
                <a:solidFill>
                  <a:srgbClr val="111111"/>
                </a:solidFill>
                <a:latin typeface="Aptos"/>
                <a:ea typeface="Aptos"/>
                <a:cs typeface="Aptos"/>
              </a:defRPr>
            </a:pPr>
            <a:r>
              <a:rPr sz="2850" b="0">
                <a:solidFill>
                  <a:srgbClr val="111111"/>
                </a:solidFill>
                <a:latin typeface="Aptos"/>
                <a:ea typeface="Aptos"/>
                <a:cs typeface="Aptos"/>
              </a:rPr>
              <a:t>4</a:t>
            </a:r>
          </a:p>
        </p:txBody>
      </p:sp>
      <p:sp>
        <p:nvSpPr>
          <p:cNvPr id="11" name="Text">
            <a:extLst xmlns:a="http://schemas.openxmlformats.org/drawingml/2006/main">
              <a:ext uri="{FF2B5EF4-FFF2-40B4-BE49-F238E27FC236}">
                <a16:creationId xmlns:a16="http://schemas.microsoft.com/office/drawing/2014/main" id="{D1DB3BB2-3F7D-4032-B22A-8365A2D39CCD}"/>
              </a:ext>
            </a:extLst>
          </p:cNvPr>
          <p:cNvSpPr>
            <a:spLocks xmlns:a="http://schemas.openxmlformats.org/drawingml/2006/main" noGrp="1"/>
          </p:cNvSpPr>
          <p:nvPr/>
        </p:nvSpPr>
        <p:spPr>
          <a:xfrm xmlns:a="http://schemas.openxmlformats.org/drawingml/2006/main">
            <a:off x="8096250" y="3724275"/>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000" b="0">
                <a:solidFill>
                  <a:srgbClr val="111111"/>
                </a:solidFill>
                <a:latin typeface="Aptos"/>
                <a:ea typeface="Aptos"/>
                <a:cs typeface="Aptos"/>
              </a:defRPr>
            </a:pPr>
            <a:r>
              <a:rPr sz="3000" b="0">
                <a:solidFill>
                  <a:srgbClr val="111111"/>
                </a:solidFill>
                <a:latin typeface="Aptos"/>
                <a:ea typeface="Aptos"/>
                <a:cs typeface="Aptos"/>
              </a:rPr>
              <a:t>= 8.25</a:t>
            </a:r>
          </a:p>
        </p:txBody>
      </p:sp>
      <p:sp>
        <p:nvSpPr>
          <p:cNvPr id="12" name="Text">
            <a:extLst xmlns:a="http://schemas.openxmlformats.org/drawingml/2006/main">
              <a:ext uri="{FF2B5EF4-FFF2-40B4-BE49-F238E27FC236}">
                <a16:creationId xmlns:a16="http://schemas.microsoft.com/office/drawing/2014/main" id="{A51F4D96-4589-4886-A835-1FD439E06459}"/>
              </a:ext>
            </a:extLst>
          </p:cNvPr>
          <p:cNvSpPr>
            <a:spLocks xmlns:a="http://schemas.openxmlformats.org/drawingml/2006/main" noGrp="1"/>
          </p:cNvSpPr>
          <p:nvPr/>
        </p:nvSpPr>
        <p:spPr>
          <a:xfrm xmlns:a="http://schemas.openxmlformats.org/drawingml/2006/main">
            <a:off x="6657975" y="5076825"/>
            <a:ext cx="49149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Choose width 10.</a:t>
            </a:r>
          </a:p>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Four classes cover 10 ≤ x &lt; 50.</a:t>
            </a:r>
          </a:p>
        </p:txBody>
      </p:sp>
      <p:sp>
        <p:nvSpPr>
          <p:cNvPr id="13" name="Text">
            <a:extLst xmlns:a="http://schemas.openxmlformats.org/drawingml/2006/main">
              <a:ext uri="{FF2B5EF4-FFF2-40B4-BE49-F238E27FC236}">
                <a16:creationId xmlns:a16="http://schemas.microsoft.com/office/drawing/2014/main" id="{21736377-5165-4826-8DBC-8D2FBC2070BC}"/>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Four is a choice for this example. Always check that every observation fits.</a:t>
            </a:r>
          </a:p>
        </p:txBody>
      </p:sp>
    </p:spTree>
    <p:extLst>
      <p:ext uri="{BB962C8B-B14F-4D97-AF65-F5344CB8AC3E}">
        <p14:creationId xmlns:p14="http://schemas.microsoft.com/office/powerpoint/2010/main" val="696298283"/>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8" name="Slide title">
            <a:extLst xmlns:a="http://schemas.openxmlformats.org/drawingml/2006/main">
              <a:ext uri="{FF2B5EF4-FFF2-40B4-BE49-F238E27FC236}">
                <a16:creationId xmlns:a16="http://schemas.microsoft.com/office/drawing/2014/main" id="{DAED7E17-ED5F-40F5-B50F-F2C305FD3154}"/>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do we need a midpoint?</a:t>
            </a:r>
          </a:p>
        </p:txBody>
      </p:sp>
      <p:sp>
        <p:nvSpPr>
          <p:cNvPr id="2" name="Text">
            <a:extLst xmlns:a="http://schemas.openxmlformats.org/drawingml/2006/main">
              <a:ext uri="{FF2B5EF4-FFF2-40B4-BE49-F238E27FC236}">
                <a16:creationId xmlns:a16="http://schemas.microsoft.com/office/drawing/2014/main" id="{83861311-9A94-4114-8DAA-59D1EE422B9A}"/>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A grouped table gives a class and a count, but hides the individual values.</a:t>
            </a:r>
          </a:p>
        </p:txBody>
      </p:sp>
      <p:sp>
        <p:nvSpPr>
          <p:cNvPr id="3" name="Text">
            <a:extLst xmlns:a="http://schemas.openxmlformats.org/drawingml/2006/main">
              <a:ext uri="{FF2B5EF4-FFF2-40B4-BE49-F238E27FC236}">
                <a16:creationId xmlns:a16="http://schemas.microsoft.com/office/drawing/2014/main" id="{E9681769-FE7D-41A5-B8A2-995026C7C796}"/>
              </a:ext>
            </a:extLst>
          </p:cNvPr>
          <p:cNvSpPr>
            <a:spLocks xmlns:a="http://schemas.openxmlformats.org/drawingml/2006/main" noGrp="1"/>
          </p:cNvSpPr>
          <p:nvPr/>
        </p:nvSpPr>
        <p:spPr>
          <a:xfrm xmlns:a="http://schemas.openxmlformats.org/drawingml/2006/main">
            <a:off x="619125" y="3095625"/>
            <a:ext cx="5715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525" b="1">
                <a:solidFill>
                  <a:srgbClr val="111111"/>
                </a:solidFill>
                <a:latin typeface="Aptos"/>
                <a:ea typeface="Aptos"/>
                <a:cs typeface="Aptos"/>
              </a:defRPr>
            </a:pPr>
            <a:r>
              <a:rPr sz="3525" b="1">
                <a:solidFill>
                  <a:srgbClr val="111111"/>
                </a:solidFill>
                <a:latin typeface="Aptos"/>
                <a:ea typeface="Aptos"/>
                <a:cs typeface="Aptos"/>
              </a:rPr>
              <a:t>Class: 10 ≤ x &lt; 20</a:t>
            </a:r>
          </a:p>
        </p:txBody>
      </p:sp>
      <p:sp>
        <p:nvSpPr>
          <p:cNvPr id="4" name="Text">
            <a:extLst xmlns:a="http://schemas.openxmlformats.org/drawingml/2006/main">
              <a:ext uri="{FF2B5EF4-FFF2-40B4-BE49-F238E27FC236}">
                <a16:creationId xmlns:a16="http://schemas.microsoft.com/office/drawing/2014/main" id="{3B900116-F262-43B4-9E8C-F0EE20336FE0}"/>
              </a:ext>
            </a:extLst>
          </p:cNvPr>
          <p:cNvSpPr>
            <a:spLocks xmlns:a="http://schemas.openxmlformats.org/drawingml/2006/main" noGrp="1"/>
          </p:cNvSpPr>
          <p:nvPr/>
        </p:nvSpPr>
        <p:spPr>
          <a:xfrm xmlns:a="http://schemas.openxmlformats.org/drawingml/2006/main">
            <a:off x="619125" y="4105275"/>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We need one value to</a:t>
            </a:r>
          </a:p>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represent the centre of this class.</a:t>
            </a:r>
          </a:p>
        </p:txBody>
      </p:sp>
      <p:sp>
        <p:nvSpPr>
          <p:cNvPr id="5" name="Text">
            <a:extLst xmlns:a="http://schemas.openxmlformats.org/drawingml/2006/main">
              <a:ext uri="{FF2B5EF4-FFF2-40B4-BE49-F238E27FC236}">
                <a16:creationId xmlns:a16="http://schemas.microsoft.com/office/drawing/2014/main" id="{8828C65E-0CCA-441A-BBBA-BA04AD707C39}"/>
              </a:ext>
            </a:extLst>
          </p:cNvPr>
          <p:cNvSpPr>
            <a:spLocks xmlns:a="http://schemas.openxmlformats.org/drawingml/2006/main" noGrp="1"/>
          </p:cNvSpPr>
          <p:nvPr/>
        </p:nvSpPr>
        <p:spPr>
          <a:xfrm xmlns:a="http://schemas.openxmlformats.org/drawingml/2006/main">
            <a:off x="7019925" y="3209925"/>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1">
                <a:solidFill>
                  <a:srgbClr val="D6171D"/>
                </a:solidFill>
                <a:latin typeface="Aptos"/>
                <a:ea typeface="Aptos"/>
                <a:cs typeface="Aptos"/>
              </a:defRPr>
            </a:pPr>
            <a:r>
              <a:rPr sz="3225" b="1">
                <a:solidFill>
                  <a:srgbClr val="D6171D"/>
                </a:solidFill>
                <a:latin typeface="Aptos"/>
                <a:ea typeface="Aptos"/>
                <a:cs typeface="Aptos"/>
              </a:rPr>
              <a:t>Use the midpoint.</a:t>
            </a:r>
          </a:p>
        </p:txBody>
      </p:sp>
      <p:sp>
        <p:nvSpPr>
          <p:cNvPr id="6" name="Text">
            <a:extLst xmlns:a="http://schemas.openxmlformats.org/drawingml/2006/main">
              <a:ext uri="{FF2B5EF4-FFF2-40B4-BE49-F238E27FC236}">
                <a16:creationId xmlns:a16="http://schemas.microsoft.com/office/drawing/2014/main" id="{DC99E65C-1741-4089-962E-E5BFE76B9795}"/>
              </a:ext>
            </a:extLst>
          </p:cNvPr>
          <p:cNvSpPr>
            <a:spLocks xmlns:a="http://schemas.openxmlformats.org/drawingml/2006/main" noGrp="1"/>
          </p:cNvSpPr>
          <p:nvPr/>
        </p:nvSpPr>
        <p:spPr>
          <a:xfrm xmlns:a="http://schemas.openxmlformats.org/drawingml/2006/main">
            <a:off x="7019925" y="4162425"/>
            <a:ext cx="44767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111111"/>
                </a:solidFill>
                <a:latin typeface="Aptos"/>
                <a:ea typeface="Aptos"/>
                <a:cs typeface="Aptos"/>
              </a:defRPr>
            </a:pPr>
            <a:r>
              <a:rPr sz="2400" b="0">
                <a:solidFill>
                  <a:srgbClr val="111111"/>
                </a:solidFill>
                <a:latin typeface="Aptos"/>
                <a:ea typeface="Aptos"/>
                <a:cs typeface="Aptos"/>
              </a:rPr>
              <a:t>Later, we will use it to estimate</a:t>
            </a:r>
          </a:p>
          <a:p xmlns:a="http://schemas.openxmlformats.org/drawingml/2006/main">
            <a:pPr algn="l">
              <a:buNone/>
              <a:defRPr sz="2400" b="0">
                <a:solidFill>
                  <a:srgbClr val="111111"/>
                </a:solidFill>
                <a:latin typeface="Aptos"/>
                <a:ea typeface="Aptos"/>
                <a:cs typeface="Aptos"/>
              </a:defRPr>
            </a:pPr>
            <a:r>
              <a:rPr sz="2400" b="0">
                <a:solidFill>
                  <a:srgbClr val="111111"/>
                </a:solidFill>
                <a:latin typeface="Aptos"/>
                <a:ea typeface="Aptos"/>
                <a:cs typeface="Aptos"/>
              </a:rPr>
              <a:t>the mean from a grouped table.</a:t>
            </a:r>
          </a:p>
        </p:txBody>
      </p:sp>
      <p:sp>
        <p:nvSpPr>
          <p:cNvPr id="7" name="Text">
            <a:extLst xmlns:a="http://schemas.openxmlformats.org/drawingml/2006/main">
              <a:ext uri="{FF2B5EF4-FFF2-40B4-BE49-F238E27FC236}">
                <a16:creationId xmlns:a16="http://schemas.microsoft.com/office/drawing/2014/main" id="{D08E289B-E401-42B5-8FC7-F5515D715E43}"/>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The midpoint is a representative centre. It does not recover the original values.</a:t>
            </a:r>
          </a:p>
        </p:txBody>
      </p:sp>
    </p:spTree>
    <p:extLst>
      <p:ext uri="{BB962C8B-B14F-4D97-AF65-F5344CB8AC3E}">
        <p14:creationId xmlns:p14="http://schemas.microsoft.com/office/powerpoint/2010/main" val="258657782"/>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13" name="Slide title">
            <a:extLst xmlns:a="http://schemas.openxmlformats.org/drawingml/2006/main">
              <a:ext uri="{FF2B5EF4-FFF2-40B4-BE49-F238E27FC236}">
                <a16:creationId xmlns:a16="http://schemas.microsoft.com/office/drawing/2014/main" id="{186BFC1D-EB3B-41E2-83A8-F0AB0D41769D}"/>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midpoint of an interval</a:t>
            </a:r>
          </a:p>
        </p:txBody>
      </p:sp>
      <p:sp>
        <p:nvSpPr>
          <p:cNvPr id="2" name="Text">
            <a:extLst xmlns:a="http://schemas.openxmlformats.org/drawingml/2006/main">
              <a:ext uri="{FF2B5EF4-FFF2-40B4-BE49-F238E27FC236}">
                <a16:creationId xmlns:a16="http://schemas.microsoft.com/office/drawing/2014/main" id="{F9F47032-A762-4992-B4D6-AE783C284CEE}"/>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For 10 ≤ x &lt; 20, average the two boundaries: 10 and 20.</a:t>
            </a:r>
          </a:p>
        </p:txBody>
      </p:sp>
      <p:sp>
        <p:nvSpPr>
          <p:cNvPr id="3" name="Text">
            <a:extLst xmlns:a="http://schemas.openxmlformats.org/drawingml/2006/main">
              <a:ext uri="{FF2B5EF4-FFF2-40B4-BE49-F238E27FC236}">
                <a16:creationId xmlns:a16="http://schemas.microsoft.com/office/drawing/2014/main" id="{17F69031-858F-4BB8-9D4C-D875DC51A04B}"/>
              </a:ext>
            </a:extLst>
          </p:cNvPr>
          <p:cNvSpPr>
            <a:spLocks xmlns:a="http://schemas.openxmlformats.org/drawingml/2006/main" noGrp="1"/>
          </p:cNvSpPr>
          <p:nvPr/>
        </p:nvSpPr>
        <p:spPr>
          <a:xfrm xmlns:a="http://schemas.openxmlformats.org/drawingml/2006/main">
            <a:off x="619125" y="2905125"/>
            <a:ext cx="266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925" b="0">
                <a:solidFill>
                  <a:srgbClr val="111111"/>
                </a:solidFill>
                <a:latin typeface="Aptos"/>
                <a:ea typeface="Aptos"/>
                <a:cs typeface="Aptos"/>
              </a:defRPr>
            </a:pPr>
            <a:r>
              <a:rPr sz="2925" b="0">
                <a:solidFill>
                  <a:srgbClr val="111111"/>
                </a:solidFill>
                <a:latin typeface="Aptos"/>
                <a:ea typeface="Aptos"/>
                <a:cs typeface="Aptos"/>
              </a:rPr>
              <a:t>Midpoint =</a:t>
            </a:r>
          </a:p>
        </p:txBody>
      </p:sp>
      <p:sp>
        <p:nvSpPr>
          <p:cNvPr id="4" name="Text">
            <a:extLst xmlns:a="http://schemas.openxmlformats.org/drawingml/2006/main">
              <a:ext uri="{FF2B5EF4-FFF2-40B4-BE49-F238E27FC236}">
                <a16:creationId xmlns:a16="http://schemas.microsoft.com/office/drawing/2014/main" id="{E751866B-723A-4BF4-AA85-77B0F2E37A3B}"/>
              </a:ext>
            </a:extLst>
          </p:cNvPr>
          <p:cNvSpPr>
            <a:spLocks xmlns:a="http://schemas.openxmlformats.org/drawingml/2006/main" noGrp="1"/>
          </p:cNvSpPr>
          <p:nvPr/>
        </p:nvSpPr>
        <p:spPr>
          <a:xfrm xmlns:a="http://schemas.openxmlformats.org/drawingml/2006/main">
            <a:off x="3343275" y="2905125"/>
            <a:ext cx="803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700" b="0">
                <a:solidFill>
                  <a:srgbClr val="111111"/>
                </a:solidFill>
                <a:latin typeface="Aptos"/>
                <a:ea typeface="Aptos"/>
                <a:cs typeface="Aptos"/>
              </a:defRPr>
            </a:pPr>
            <a:r>
              <a:rPr sz="2700" b="0">
                <a:solidFill>
                  <a:srgbClr val="111111"/>
                </a:solidFill>
                <a:latin typeface="Aptos"/>
                <a:ea typeface="Aptos"/>
                <a:cs typeface="Aptos"/>
              </a:rPr>
              <a:t>lower boundary + upper boundary</a:t>
            </a:r>
          </a:p>
        </p:txBody>
      </p:sp>
      <p:sp>
        <p:nvSpPr>
          <p:cNvPr id="5" name="Freeform 4">
            <a:extLst xmlns:a="http://schemas.openxmlformats.org/drawingml/2006/main">
              <a:ext uri="{FF2B5EF4-FFF2-40B4-BE49-F238E27FC236}">
                <a16:creationId xmlns:a16="http://schemas.microsoft.com/office/drawing/2014/main" id="{FEEE166E-FEDE-4BE5-A72F-4AE5239786D0}"/>
              </a:ext>
            </a:extLst>
          </p:cNvPr>
          <p:cNvSpPr>
            <a:spLocks xmlns:a="http://schemas.openxmlformats.org/drawingml/2006/main" noGrp="1"/>
          </p:cNvSpPr>
          <p:nvPr/>
        </p:nvSpPr>
        <p:spPr>
          <a:xfrm xmlns:a="http://schemas.openxmlformats.org/drawingml/2006/main">
            <a:off x="3343275" y="3324225"/>
            <a:ext cx="8039100" cy="953"/>
          </a:xfrm>
          <a:custGeom xmlns:a="http://schemas.openxmlformats.org/drawingml/2006/main">
            <a:rect l="0" t="0" r="0" b="0"/>
            <a:pathLst>
              <a:path w="8039100" h="953">
                <a:moveTo>
                  <a:pt x="0" y="0"/>
                </a:moveTo>
                <a:lnTo>
                  <a:pt x="803910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B24CAE8C-D087-4CE7-83B1-0A07C477BA28}"/>
              </a:ext>
            </a:extLst>
          </p:cNvPr>
          <p:cNvSpPr>
            <a:spLocks xmlns:a="http://schemas.openxmlformats.org/drawingml/2006/main" noGrp="1"/>
          </p:cNvSpPr>
          <p:nvPr/>
        </p:nvSpPr>
        <p:spPr>
          <a:xfrm xmlns:a="http://schemas.openxmlformats.org/drawingml/2006/main">
            <a:off x="3343275" y="3390900"/>
            <a:ext cx="803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700" b="0">
                <a:solidFill>
                  <a:srgbClr val="111111"/>
                </a:solidFill>
                <a:latin typeface="Aptos"/>
                <a:ea typeface="Aptos"/>
                <a:cs typeface="Aptos"/>
              </a:defRPr>
            </a:pPr>
            <a:r>
              <a:rPr sz="2700" b="0">
                <a:solidFill>
                  <a:srgbClr val="111111"/>
                </a:solidFill>
                <a:latin typeface="Aptos"/>
                <a:ea typeface="Aptos"/>
                <a:cs typeface="Aptos"/>
              </a:rPr>
              <a:t>2</a:t>
            </a:r>
          </a:p>
        </p:txBody>
      </p:sp>
      <p:sp>
        <p:nvSpPr>
          <p:cNvPr id="7" name="Text">
            <a:extLst xmlns:a="http://schemas.openxmlformats.org/drawingml/2006/main">
              <a:ext uri="{FF2B5EF4-FFF2-40B4-BE49-F238E27FC236}">
                <a16:creationId xmlns:a16="http://schemas.microsoft.com/office/drawing/2014/main" id="{45EEE0F0-A337-482C-84A0-4DC464847C1E}"/>
              </a:ext>
            </a:extLst>
          </p:cNvPr>
          <p:cNvSpPr>
            <a:spLocks xmlns:a="http://schemas.openxmlformats.org/drawingml/2006/main" noGrp="1"/>
          </p:cNvSpPr>
          <p:nvPr/>
        </p:nvSpPr>
        <p:spPr>
          <a:xfrm xmlns:a="http://schemas.openxmlformats.org/drawingml/2006/main">
            <a:off x="619125" y="41624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15 is five units from each boundary.</a:t>
            </a:r>
          </a:p>
        </p:txBody>
      </p:sp>
      <p:sp>
        <p:nvSpPr>
          <p:cNvPr id="8" name="Text">
            <a:extLst xmlns:a="http://schemas.openxmlformats.org/drawingml/2006/main">
              <a:ext uri="{FF2B5EF4-FFF2-40B4-BE49-F238E27FC236}">
                <a16:creationId xmlns:a16="http://schemas.microsoft.com/office/drawing/2014/main" id="{D02D3282-681E-41A3-B9A8-308A454AC350}"/>
              </a:ext>
            </a:extLst>
          </p:cNvPr>
          <p:cNvSpPr>
            <a:spLocks xmlns:a="http://schemas.openxmlformats.org/drawingml/2006/main" noGrp="1"/>
          </p:cNvSpPr>
          <p:nvPr/>
        </p:nvSpPr>
        <p:spPr>
          <a:xfrm xmlns:a="http://schemas.openxmlformats.org/drawingml/2006/main">
            <a:off x="3352800" y="4676775"/>
            <a:ext cx="2143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10 + 20</a:t>
            </a:r>
          </a:p>
        </p:txBody>
      </p:sp>
      <p:sp>
        <p:nvSpPr>
          <p:cNvPr id="9" name="Freeform 8">
            <a:extLst xmlns:a="http://schemas.openxmlformats.org/drawingml/2006/main">
              <a:ext uri="{FF2B5EF4-FFF2-40B4-BE49-F238E27FC236}">
                <a16:creationId xmlns:a16="http://schemas.microsoft.com/office/drawing/2014/main" id="{09AAF576-CD6E-49E4-B674-073457ED983A}"/>
              </a:ext>
            </a:extLst>
          </p:cNvPr>
          <p:cNvSpPr>
            <a:spLocks xmlns:a="http://schemas.openxmlformats.org/drawingml/2006/main" noGrp="1"/>
          </p:cNvSpPr>
          <p:nvPr/>
        </p:nvSpPr>
        <p:spPr>
          <a:xfrm xmlns:a="http://schemas.openxmlformats.org/drawingml/2006/main">
            <a:off x="3352800" y="5124450"/>
            <a:ext cx="2143125" cy="953"/>
          </a:xfrm>
          <a:custGeom xmlns:a="http://schemas.openxmlformats.org/drawingml/2006/main">
            <a:rect l="0" t="0" r="0" b="0"/>
            <a:pathLst>
              <a:path w="2143125" h="953">
                <a:moveTo>
                  <a:pt x="0" y="0"/>
                </a:moveTo>
                <a:lnTo>
                  <a:pt x="2143125"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F140ADEF-3263-4A48-B651-11771B779401}"/>
              </a:ext>
            </a:extLst>
          </p:cNvPr>
          <p:cNvSpPr>
            <a:spLocks xmlns:a="http://schemas.openxmlformats.org/drawingml/2006/main" noGrp="1"/>
          </p:cNvSpPr>
          <p:nvPr/>
        </p:nvSpPr>
        <p:spPr>
          <a:xfrm xmlns:a="http://schemas.openxmlformats.org/drawingml/2006/main">
            <a:off x="3352800" y="5191125"/>
            <a:ext cx="2143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2</a:t>
            </a:r>
          </a:p>
        </p:txBody>
      </p:sp>
      <p:sp>
        <p:nvSpPr>
          <p:cNvPr id="11" name="Text">
            <a:extLst xmlns:a="http://schemas.openxmlformats.org/drawingml/2006/main">
              <a:ext uri="{FF2B5EF4-FFF2-40B4-BE49-F238E27FC236}">
                <a16:creationId xmlns:a16="http://schemas.microsoft.com/office/drawing/2014/main" id="{E55802D1-85C7-44C1-B04D-5FB650CD14E9}"/>
              </a:ext>
            </a:extLst>
          </p:cNvPr>
          <p:cNvSpPr>
            <a:spLocks xmlns:a="http://schemas.openxmlformats.org/drawingml/2006/main" noGrp="1"/>
          </p:cNvSpPr>
          <p:nvPr/>
        </p:nvSpPr>
        <p:spPr>
          <a:xfrm xmlns:a="http://schemas.openxmlformats.org/drawingml/2006/main">
            <a:off x="5838825" y="4695825"/>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375" b="1">
                <a:solidFill>
                  <a:srgbClr val="D6171D"/>
                </a:solidFill>
                <a:latin typeface="Aptos"/>
                <a:ea typeface="Aptos"/>
                <a:cs typeface="Aptos"/>
              </a:defRPr>
            </a:pPr>
            <a:r>
              <a:rPr sz="3375" b="1">
                <a:solidFill>
                  <a:srgbClr val="D6171D"/>
                </a:solidFill>
                <a:latin typeface="Aptos"/>
                <a:ea typeface="Aptos"/>
                <a:cs typeface="Aptos"/>
              </a:rPr>
              <a:t>= 15</a:t>
            </a:r>
          </a:p>
        </p:txBody>
      </p:sp>
      <p:sp>
        <p:nvSpPr>
          <p:cNvPr id="12" name="Text">
            <a:extLst xmlns:a="http://schemas.openxmlformats.org/drawingml/2006/main">
              <a:ext uri="{FF2B5EF4-FFF2-40B4-BE49-F238E27FC236}">
                <a16:creationId xmlns:a16="http://schemas.microsoft.com/office/drawing/2014/main" id="{4E9A0D34-617B-4008-8541-2E8E60E0F02E}"/>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20 marks the upper edge, even though a value of 20 goes in the next class.</a:t>
            </a:r>
          </a:p>
        </p:txBody>
      </p:sp>
    </p:spTree>
    <p:extLst>
      <p:ext uri="{BB962C8B-B14F-4D97-AF65-F5344CB8AC3E}">
        <p14:creationId xmlns:p14="http://schemas.microsoft.com/office/powerpoint/2010/main" val="549972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57" name="Slide title">
            <a:extLst xmlns:a="http://schemas.openxmlformats.org/drawingml/2006/main">
              <a:ext uri="{FF2B5EF4-FFF2-40B4-BE49-F238E27FC236}">
                <a16:creationId xmlns:a16="http://schemas.microsoft.com/office/drawing/2014/main" id="{8FD3DD47-A0DB-4688-8B94-4D48C22BDECA}"/>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Build the grouped table</a:t>
            </a:r>
          </a:p>
        </p:txBody>
      </p:sp>
      <p:sp>
        <p:nvSpPr>
          <p:cNvPr id="2" name="Text">
            <a:extLst xmlns:a="http://schemas.openxmlformats.org/drawingml/2006/main">
              <a:ext uri="{FF2B5EF4-FFF2-40B4-BE49-F238E27FC236}">
                <a16:creationId xmlns:a16="http://schemas.microsoft.com/office/drawing/2014/main" id="{38933BBD-5BDA-4E6A-9861-D71800F6BB0A}"/>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Tally the sessions, then find the midpoints and percentages.</a:t>
            </a:r>
          </a:p>
        </p:txBody>
      </p:sp>
      <p:sp>
        <p:nvSpPr>
          <p:cNvPr id="3" name="Rectangle 2">
            <a:extLst xmlns:a="http://schemas.openxmlformats.org/drawingml/2006/main">
              <a:ext uri="{FF2B5EF4-FFF2-40B4-BE49-F238E27FC236}">
                <a16:creationId xmlns:a16="http://schemas.microsoft.com/office/drawing/2014/main" id="{F9C847D7-6C50-4BA7-95F9-C92305CFE800}"/>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CB47B388-A467-46C5-9459-AA290D46C49E}"/>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A4b</a:t>
            </a:r>
          </a:p>
        </p:txBody>
      </p:sp>
      <p:sp>
        <p:nvSpPr>
          <p:cNvPr id="5" name="Rectangle 4">
            <a:extLst xmlns:a="http://schemas.openxmlformats.org/drawingml/2006/main">
              <a:ext uri="{FF2B5EF4-FFF2-40B4-BE49-F238E27FC236}">
                <a16:creationId xmlns:a16="http://schemas.microsoft.com/office/drawing/2014/main" id="{F11C7B5B-794D-43D0-B3C0-F158E61518F4}"/>
              </a:ext>
            </a:extLst>
          </p:cNvPr>
          <p:cNvSpPr>
            <a:spLocks xmlns:a="http://schemas.openxmlformats.org/drawingml/2006/main" noGrp="1"/>
          </p:cNvSpPr>
          <p:nvPr/>
        </p:nvSpPr>
        <p:spPr>
          <a:xfrm xmlns:a="http://schemas.openxmlformats.org/drawingml/2006/main">
            <a:off x="600075" y="299085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109CB50A-408D-477E-BCB0-B83CF66E17D9}"/>
              </a:ext>
            </a:extLst>
          </p:cNvPr>
          <p:cNvSpPr>
            <a:spLocks xmlns:a="http://schemas.openxmlformats.org/drawingml/2006/main" noGrp="1"/>
          </p:cNvSpPr>
          <p:nvPr/>
        </p:nvSpPr>
        <p:spPr>
          <a:xfrm xmlns:a="http://schemas.openxmlformats.org/drawingml/2006/main">
            <a:off x="619125" y="299085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35</a:t>
            </a:r>
          </a:p>
        </p:txBody>
      </p:sp>
      <p:sp>
        <p:nvSpPr>
          <p:cNvPr id="7" name="Rectangle 6">
            <a:extLst xmlns:a="http://schemas.openxmlformats.org/drawingml/2006/main">
              <a:ext uri="{FF2B5EF4-FFF2-40B4-BE49-F238E27FC236}">
                <a16:creationId xmlns:a16="http://schemas.microsoft.com/office/drawing/2014/main" id="{3748E1D9-C2DF-46D7-BCD6-E2AA1E5063BB}"/>
              </a:ext>
            </a:extLst>
          </p:cNvPr>
          <p:cNvSpPr>
            <a:spLocks xmlns:a="http://schemas.openxmlformats.org/drawingml/2006/main" noGrp="1"/>
          </p:cNvSpPr>
          <p:nvPr/>
        </p:nvSpPr>
        <p:spPr>
          <a:xfrm xmlns:a="http://schemas.openxmlformats.org/drawingml/2006/main">
            <a:off x="1495425" y="299085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 name="Text">
            <a:extLst xmlns:a="http://schemas.openxmlformats.org/drawingml/2006/main">
              <a:ext uri="{FF2B5EF4-FFF2-40B4-BE49-F238E27FC236}">
                <a16:creationId xmlns:a16="http://schemas.microsoft.com/office/drawing/2014/main" id="{EDF3C07E-1C25-4233-A51B-1A9F2BC4A405}"/>
              </a:ext>
            </a:extLst>
          </p:cNvPr>
          <p:cNvSpPr>
            <a:spLocks xmlns:a="http://schemas.openxmlformats.org/drawingml/2006/main" noGrp="1"/>
          </p:cNvSpPr>
          <p:nvPr/>
        </p:nvSpPr>
        <p:spPr>
          <a:xfrm xmlns:a="http://schemas.openxmlformats.org/drawingml/2006/main">
            <a:off x="1514475" y="299085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22</a:t>
            </a:r>
          </a:p>
        </p:txBody>
      </p:sp>
      <p:sp>
        <p:nvSpPr>
          <p:cNvPr id="9" name="Rectangle 8">
            <a:extLst xmlns:a="http://schemas.openxmlformats.org/drawingml/2006/main">
              <a:ext uri="{FF2B5EF4-FFF2-40B4-BE49-F238E27FC236}">
                <a16:creationId xmlns:a16="http://schemas.microsoft.com/office/drawing/2014/main" id="{05003897-84CC-49C1-A2A0-DC8BCCE8B641}"/>
              </a:ext>
            </a:extLst>
          </p:cNvPr>
          <p:cNvSpPr>
            <a:spLocks xmlns:a="http://schemas.openxmlformats.org/drawingml/2006/main" noGrp="1"/>
          </p:cNvSpPr>
          <p:nvPr/>
        </p:nvSpPr>
        <p:spPr>
          <a:xfrm xmlns:a="http://schemas.openxmlformats.org/drawingml/2006/main">
            <a:off x="2390775" y="299085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56FA0115-B7D1-4798-A984-79F0BC91FF23}"/>
              </a:ext>
            </a:extLst>
          </p:cNvPr>
          <p:cNvSpPr>
            <a:spLocks xmlns:a="http://schemas.openxmlformats.org/drawingml/2006/main" noGrp="1"/>
          </p:cNvSpPr>
          <p:nvPr/>
        </p:nvSpPr>
        <p:spPr>
          <a:xfrm xmlns:a="http://schemas.openxmlformats.org/drawingml/2006/main">
            <a:off x="2409825" y="299085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48</a:t>
            </a:r>
          </a:p>
        </p:txBody>
      </p:sp>
      <p:sp>
        <p:nvSpPr>
          <p:cNvPr id="11" name="Rectangle 10">
            <a:extLst xmlns:a="http://schemas.openxmlformats.org/drawingml/2006/main">
              <a:ext uri="{FF2B5EF4-FFF2-40B4-BE49-F238E27FC236}">
                <a16:creationId xmlns:a16="http://schemas.microsoft.com/office/drawing/2014/main" id="{0619E91A-D224-488D-B82B-22B30DB1CB67}"/>
              </a:ext>
            </a:extLst>
          </p:cNvPr>
          <p:cNvSpPr>
            <a:spLocks xmlns:a="http://schemas.openxmlformats.org/drawingml/2006/main" noGrp="1"/>
          </p:cNvSpPr>
          <p:nvPr/>
        </p:nvSpPr>
        <p:spPr>
          <a:xfrm xmlns:a="http://schemas.openxmlformats.org/drawingml/2006/main">
            <a:off x="3286125" y="299085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AD8DDC5D-47B7-4697-94A9-F174BDA504A4}"/>
              </a:ext>
            </a:extLst>
          </p:cNvPr>
          <p:cNvSpPr>
            <a:spLocks xmlns:a="http://schemas.openxmlformats.org/drawingml/2006/main" noGrp="1"/>
          </p:cNvSpPr>
          <p:nvPr/>
        </p:nvSpPr>
        <p:spPr>
          <a:xfrm xmlns:a="http://schemas.openxmlformats.org/drawingml/2006/main">
            <a:off x="3305175" y="299085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31</a:t>
            </a:r>
          </a:p>
        </p:txBody>
      </p:sp>
      <p:sp>
        <p:nvSpPr>
          <p:cNvPr id="13" name="Rectangle 12">
            <a:extLst xmlns:a="http://schemas.openxmlformats.org/drawingml/2006/main">
              <a:ext uri="{FF2B5EF4-FFF2-40B4-BE49-F238E27FC236}">
                <a16:creationId xmlns:a16="http://schemas.microsoft.com/office/drawing/2014/main" id="{714DB062-0872-4E2A-A889-A7887ADE25D0}"/>
              </a:ext>
            </a:extLst>
          </p:cNvPr>
          <p:cNvSpPr>
            <a:spLocks xmlns:a="http://schemas.openxmlformats.org/drawingml/2006/main" noGrp="1"/>
          </p:cNvSpPr>
          <p:nvPr/>
        </p:nvSpPr>
        <p:spPr>
          <a:xfrm xmlns:a="http://schemas.openxmlformats.org/drawingml/2006/main">
            <a:off x="4181475" y="299085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F82949D0-75EF-4962-BF76-D5A46CE7FD98}"/>
              </a:ext>
            </a:extLst>
          </p:cNvPr>
          <p:cNvSpPr>
            <a:spLocks xmlns:a="http://schemas.openxmlformats.org/drawingml/2006/main" noGrp="1"/>
          </p:cNvSpPr>
          <p:nvPr/>
        </p:nvSpPr>
        <p:spPr>
          <a:xfrm xmlns:a="http://schemas.openxmlformats.org/drawingml/2006/main">
            <a:off x="4200525" y="299085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15</a:t>
            </a:r>
          </a:p>
        </p:txBody>
      </p:sp>
      <p:sp>
        <p:nvSpPr>
          <p:cNvPr id="15" name="Rectangle 14">
            <a:extLst xmlns:a="http://schemas.openxmlformats.org/drawingml/2006/main">
              <a:ext uri="{FF2B5EF4-FFF2-40B4-BE49-F238E27FC236}">
                <a16:creationId xmlns:a16="http://schemas.microsoft.com/office/drawing/2014/main" id="{E5BE55AE-F318-4577-A662-49A54E9595D3}"/>
              </a:ext>
            </a:extLst>
          </p:cNvPr>
          <p:cNvSpPr>
            <a:spLocks xmlns:a="http://schemas.openxmlformats.org/drawingml/2006/main" noGrp="1"/>
          </p:cNvSpPr>
          <p:nvPr/>
        </p:nvSpPr>
        <p:spPr>
          <a:xfrm xmlns:a="http://schemas.openxmlformats.org/drawingml/2006/main">
            <a:off x="600075" y="3526155"/>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6" name="Text">
            <a:extLst xmlns:a="http://schemas.openxmlformats.org/drawingml/2006/main">
              <a:ext uri="{FF2B5EF4-FFF2-40B4-BE49-F238E27FC236}">
                <a16:creationId xmlns:a16="http://schemas.microsoft.com/office/drawing/2014/main" id="{75FF2A99-FBB5-44D2-B106-C9EA486DA230}"/>
              </a:ext>
            </a:extLst>
          </p:cNvPr>
          <p:cNvSpPr>
            <a:spLocks xmlns:a="http://schemas.openxmlformats.org/drawingml/2006/main" noGrp="1"/>
          </p:cNvSpPr>
          <p:nvPr/>
        </p:nvSpPr>
        <p:spPr>
          <a:xfrm xmlns:a="http://schemas.openxmlformats.org/drawingml/2006/main">
            <a:off x="619125" y="3526155"/>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40</a:t>
            </a:r>
          </a:p>
        </p:txBody>
      </p:sp>
      <p:sp>
        <p:nvSpPr>
          <p:cNvPr id="17" name="Rectangle 16">
            <a:extLst xmlns:a="http://schemas.openxmlformats.org/drawingml/2006/main">
              <a:ext uri="{FF2B5EF4-FFF2-40B4-BE49-F238E27FC236}">
                <a16:creationId xmlns:a16="http://schemas.microsoft.com/office/drawing/2014/main" id="{E3A9F2B3-83EB-44FD-B659-70C131D4FB39}"/>
              </a:ext>
            </a:extLst>
          </p:cNvPr>
          <p:cNvSpPr>
            <a:spLocks xmlns:a="http://schemas.openxmlformats.org/drawingml/2006/main" noGrp="1"/>
          </p:cNvSpPr>
          <p:nvPr/>
        </p:nvSpPr>
        <p:spPr>
          <a:xfrm xmlns:a="http://schemas.openxmlformats.org/drawingml/2006/main">
            <a:off x="1495425" y="3526155"/>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CCD8BCD3-9831-4332-BB58-A0CC1D6373BC}"/>
              </a:ext>
            </a:extLst>
          </p:cNvPr>
          <p:cNvSpPr>
            <a:spLocks xmlns:a="http://schemas.openxmlformats.org/drawingml/2006/main" noGrp="1"/>
          </p:cNvSpPr>
          <p:nvPr/>
        </p:nvSpPr>
        <p:spPr>
          <a:xfrm xmlns:a="http://schemas.openxmlformats.org/drawingml/2006/main">
            <a:off x="1514475" y="3526155"/>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28</a:t>
            </a:r>
          </a:p>
        </p:txBody>
      </p:sp>
      <p:sp>
        <p:nvSpPr>
          <p:cNvPr id="19" name="Rectangle 18">
            <a:extLst xmlns:a="http://schemas.openxmlformats.org/drawingml/2006/main">
              <a:ext uri="{FF2B5EF4-FFF2-40B4-BE49-F238E27FC236}">
                <a16:creationId xmlns:a16="http://schemas.microsoft.com/office/drawing/2014/main" id="{5B02AE89-55F0-4A59-8416-155B7074F306}"/>
              </a:ext>
            </a:extLst>
          </p:cNvPr>
          <p:cNvSpPr>
            <a:spLocks xmlns:a="http://schemas.openxmlformats.org/drawingml/2006/main" noGrp="1"/>
          </p:cNvSpPr>
          <p:nvPr/>
        </p:nvSpPr>
        <p:spPr>
          <a:xfrm xmlns:a="http://schemas.openxmlformats.org/drawingml/2006/main">
            <a:off x="2390775" y="3526155"/>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0" name="Text">
            <a:extLst xmlns:a="http://schemas.openxmlformats.org/drawingml/2006/main">
              <a:ext uri="{FF2B5EF4-FFF2-40B4-BE49-F238E27FC236}">
                <a16:creationId xmlns:a16="http://schemas.microsoft.com/office/drawing/2014/main" id="{034E578C-E647-48CB-AAF1-E451149ADDD3}"/>
              </a:ext>
            </a:extLst>
          </p:cNvPr>
          <p:cNvSpPr>
            <a:spLocks xmlns:a="http://schemas.openxmlformats.org/drawingml/2006/main" noGrp="1"/>
          </p:cNvSpPr>
          <p:nvPr/>
        </p:nvSpPr>
        <p:spPr>
          <a:xfrm xmlns:a="http://schemas.openxmlformats.org/drawingml/2006/main">
            <a:off x="2409825" y="3526155"/>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34</a:t>
            </a:r>
          </a:p>
        </p:txBody>
      </p:sp>
      <p:sp>
        <p:nvSpPr>
          <p:cNvPr id="21" name="Rectangle 20">
            <a:extLst xmlns:a="http://schemas.openxmlformats.org/drawingml/2006/main">
              <a:ext uri="{FF2B5EF4-FFF2-40B4-BE49-F238E27FC236}">
                <a16:creationId xmlns:a16="http://schemas.microsoft.com/office/drawing/2014/main" id="{988E0171-D3FB-4800-BF4F-BCC417BFCF65}"/>
              </a:ext>
            </a:extLst>
          </p:cNvPr>
          <p:cNvSpPr>
            <a:spLocks xmlns:a="http://schemas.openxmlformats.org/drawingml/2006/main" noGrp="1"/>
          </p:cNvSpPr>
          <p:nvPr/>
        </p:nvSpPr>
        <p:spPr>
          <a:xfrm xmlns:a="http://schemas.openxmlformats.org/drawingml/2006/main">
            <a:off x="3286125" y="3526155"/>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2" name="Text">
            <a:extLst xmlns:a="http://schemas.openxmlformats.org/drawingml/2006/main">
              <a:ext uri="{FF2B5EF4-FFF2-40B4-BE49-F238E27FC236}">
                <a16:creationId xmlns:a16="http://schemas.microsoft.com/office/drawing/2014/main" id="{14FCB3DC-4999-4CD1-A89C-C5BBB5C37328}"/>
              </a:ext>
            </a:extLst>
          </p:cNvPr>
          <p:cNvSpPr>
            <a:spLocks xmlns:a="http://schemas.openxmlformats.org/drawingml/2006/main" noGrp="1"/>
          </p:cNvSpPr>
          <p:nvPr/>
        </p:nvSpPr>
        <p:spPr>
          <a:xfrm xmlns:a="http://schemas.openxmlformats.org/drawingml/2006/main">
            <a:off x="3305175" y="3526155"/>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43</a:t>
            </a:r>
          </a:p>
        </p:txBody>
      </p:sp>
      <p:sp>
        <p:nvSpPr>
          <p:cNvPr id="23" name="Rectangle 22">
            <a:extLst xmlns:a="http://schemas.openxmlformats.org/drawingml/2006/main">
              <a:ext uri="{FF2B5EF4-FFF2-40B4-BE49-F238E27FC236}">
                <a16:creationId xmlns:a16="http://schemas.microsoft.com/office/drawing/2014/main" id="{94D39986-6417-4AA3-B60B-CC61359B9B97}"/>
              </a:ext>
            </a:extLst>
          </p:cNvPr>
          <p:cNvSpPr>
            <a:spLocks xmlns:a="http://schemas.openxmlformats.org/drawingml/2006/main" noGrp="1"/>
          </p:cNvSpPr>
          <p:nvPr/>
        </p:nvSpPr>
        <p:spPr>
          <a:xfrm xmlns:a="http://schemas.openxmlformats.org/drawingml/2006/main">
            <a:off x="4181475" y="3526155"/>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4" name="Text">
            <a:extLst xmlns:a="http://schemas.openxmlformats.org/drawingml/2006/main">
              <a:ext uri="{FF2B5EF4-FFF2-40B4-BE49-F238E27FC236}">
                <a16:creationId xmlns:a16="http://schemas.microsoft.com/office/drawing/2014/main" id="{A7EE818C-6673-4384-9359-AB9668926683}"/>
              </a:ext>
            </a:extLst>
          </p:cNvPr>
          <p:cNvSpPr>
            <a:spLocks xmlns:a="http://schemas.openxmlformats.org/drawingml/2006/main" noGrp="1"/>
          </p:cNvSpPr>
          <p:nvPr/>
        </p:nvSpPr>
        <p:spPr>
          <a:xfrm xmlns:a="http://schemas.openxmlformats.org/drawingml/2006/main">
            <a:off x="4200525" y="3526155"/>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19</a:t>
            </a:r>
          </a:p>
        </p:txBody>
      </p:sp>
      <p:sp>
        <p:nvSpPr>
          <p:cNvPr id="25" name="Rectangle 24">
            <a:extLst xmlns:a="http://schemas.openxmlformats.org/drawingml/2006/main">
              <a:ext uri="{FF2B5EF4-FFF2-40B4-BE49-F238E27FC236}">
                <a16:creationId xmlns:a16="http://schemas.microsoft.com/office/drawing/2014/main" id="{B969CA1F-1510-4A14-B1CD-F86AEE525BE5}"/>
              </a:ext>
            </a:extLst>
          </p:cNvPr>
          <p:cNvSpPr>
            <a:spLocks xmlns:a="http://schemas.openxmlformats.org/drawingml/2006/main" noGrp="1"/>
          </p:cNvSpPr>
          <p:nvPr/>
        </p:nvSpPr>
        <p:spPr>
          <a:xfrm xmlns:a="http://schemas.openxmlformats.org/drawingml/2006/main">
            <a:off x="600075" y="406146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6" name="Text">
            <a:extLst xmlns:a="http://schemas.openxmlformats.org/drawingml/2006/main">
              <a:ext uri="{FF2B5EF4-FFF2-40B4-BE49-F238E27FC236}">
                <a16:creationId xmlns:a16="http://schemas.microsoft.com/office/drawing/2014/main" id="{44653F93-2549-44AF-8295-27A47C42FF48}"/>
              </a:ext>
            </a:extLst>
          </p:cNvPr>
          <p:cNvSpPr>
            <a:spLocks xmlns:a="http://schemas.openxmlformats.org/drawingml/2006/main" noGrp="1"/>
          </p:cNvSpPr>
          <p:nvPr/>
        </p:nvSpPr>
        <p:spPr>
          <a:xfrm xmlns:a="http://schemas.openxmlformats.org/drawingml/2006/main">
            <a:off x="619125" y="406146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36</a:t>
            </a:r>
          </a:p>
        </p:txBody>
      </p:sp>
      <p:sp>
        <p:nvSpPr>
          <p:cNvPr id="27" name="Rectangle 26">
            <a:extLst xmlns:a="http://schemas.openxmlformats.org/drawingml/2006/main">
              <a:ext uri="{FF2B5EF4-FFF2-40B4-BE49-F238E27FC236}">
                <a16:creationId xmlns:a16="http://schemas.microsoft.com/office/drawing/2014/main" id="{06AB2231-4609-4A60-8C1E-453E70CAC45F}"/>
              </a:ext>
            </a:extLst>
          </p:cNvPr>
          <p:cNvSpPr>
            <a:spLocks xmlns:a="http://schemas.openxmlformats.org/drawingml/2006/main" noGrp="1"/>
          </p:cNvSpPr>
          <p:nvPr/>
        </p:nvSpPr>
        <p:spPr>
          <a:xfrm xmlns:a="http://schemas.openxmlformats.org/drawingml/2006/main">
            <a:off x="1495425" y="406146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8" name="Text">
            <a:extLst xmlns:a="http://schemas.openxmlformats.org/drawingml/2006/main">
              <a:ext uri="{FF2B5EF4-FFF2-40B4-BE49-F238E27FC236}">
                <a16:creationId xmlns:a16="http://schemas.microsoft.com/office/drawing/2014/main" id="{0E4F1707-2FE0-4527-A4A2-CD319593E465}"/>
              </a:ext>
            </a:extLst>
          </p:cNvPr>
          <p:cNvSpPr>
            <a:spLocks xmlns:a="http://schemas.openxmlformats.org/drawingml/2006/main" noGrp="1"/>
          </p:cNvSpPr>
          <p:nvPr/>
        </p:nvSpPr>
        <p:spPr>
          <a:xfrm xmlns:a="http://schemas.openxmlformats.org/drawingml/2006/main">
            <a:off x="1514475" y="406146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23</a:t>
            </a:r>
          </a:p>
        </p:txBody>
      </p:sp>
      <p:sp>
        <p:nvSpPr>
          <p:cNvPr id="29" name="Rectangle 28">
            <a:extLst xmlns:a="http://schemas.openxmlformats.org/drawingml/2006/main">
              <a:ext uri="{FF2B5EF4-FFF2-40B4-BE49-F238E27FC236}">
                <a16:creationId xmlns:a16="http://schemas.microsoft.com/office/drawing/2014/main" id="{AD9D3E8D-57F2-4C7E-AC77-F9F7FC78F1F5}"/>
              </a:ext>
            </a:extLst>
          </p:cNvPr>
          <p:cNvSpPr>
            <a:spLocks xmlns:a="http://schemas.openxmlformats.org/drawingml/2006/main" noGrp="1"/>
          </p:cNvSpPr>
          <p:nvPr/>
        </p:nvSpPr>
        <p:spPr>
          <a:xfrm xmlns:a="http://schemas.openxmlformats.org/drawingml/2006/main">
            <a:off x="2390775" y="406146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0" name="Text">
            <a:extLst xmlns:a="http://schemas.openxmlformats.org/drawingml/2006/main">
              <a:ext uri="{FF2B5EF4-FFF2-40B4-BE49-F238E27FC236}">
                <a16:creationId xmlns:a16="http://schemas.microsoft.com/office/drawing/2014/main" id="{AF2DA380-A63D-4716-83A4-AAF3693A3CC0}"/>
              </a:ext>
            </a:extLst>
          </p:cNvPr>
          <p:cNvSpPr>
            <a:spLocks xmlns:a="http://schemas.openxmlformats.org/drawingml/2006/main" noGrp="1"/>
          </p:cNvSpPr>
          <p:nvPr/>
        </p:nvSpPr>
        <p:spPr>
          <a:xfrm xmlns:a="http://schemas.openxmlformats.org/drawingml/2006/main">
            <a:off x="2409825" y="406146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39</a:t>
            </a:r>
          </a:p>
        </p:txBody>
      </p:sp>
      <p:sp>
        <p:nvSpPr>
          <p:cNvPr id="31" name="Rectangle 30">
            <a:extLst xmlns:a="http://schemas.openxmlformats.org/drawingml/2006/main">
              <a:ext uri="{FF2B5EF4-FFF2-40B4-BE49-F238E27FC236}">
                <a16:creationId xmlns:a16="http://schemas.microsoft.com/office/drawing/2014/main" id="{1B081C4F-89D3-469B-8FE7-99AE47136C66}"/>
              </a:ext>
            </a:extLst>
          </p:cNvPr>
          <p:cNvSpPr>
            <a:spLocks xmlns:a="http://schemas.openxmlformats.org/drawingml/2006/main" noGrp="1"/>
          </p:cNvSpPr>
          <p:nvPr/>
        </p:nvSpPr>
        <p:spPr>
          <a:xfrm xmlns:a="http://schemas.openxmlformats.org/drawingml/2006/main">
            <a:off x="3286125" y="406146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2" name="Text">
            <a:extLst xmlns:a="http://schemas.openxmlformats.org/drawingml/2006/main">
              <a:ext uri="{FF2B5EF4-FFF2-40B4-BE49-F238E27FC236}">
                <a16:creationId xmlns:a16="http://schemas.microsoft.com/office/drawing/2014/main" id="{6A72C196-05DC-4126-ADE9-DE695FE9DA91}"/>
              </a:ext>
            </a:extLst>
          </p:cNvPr>
          <p:cNvSpPr>
            <a:spLocks xmlns:a="http://schemas.openxmlformats.org/drawingml/2006/main" noGrp="1"/>
          </p:cNvSpPr>
          <p:nvPr/>
        </p:nvSpPr>
        <p:spPr>
          <a:xfrm xmlns:a="http://schemas.openxmlformats.org/drawingml/2006/main">
            <a:off x="3305175" y="406146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21</a:t>
            </a:r>
          </a:p>
        </p:txBody>
      </p:sp>
      <p:sp>
        <p:nvSpPr>
          <p:cNvPr id="33" name="Rectangle 32">
            <a:extLst xmlns:a="http://schemas.openxmlformats.org/drawingml/2006/main">
              <a:ext uri="{FF2B5EF4-FFF2-40B4-BE49-F238E27FC236}">
                <a16:creationId xmlns:a16="http://schemas.microsoft.com/office/drawing/2014/main" id="{15379BA7-8085-47F4-9D16-A77C52BD73D1}"/>
              </a:ext>
            </a:extLst>
          </p:cNvPr>
          <p:cNvSpPr>
            <a:spLocks xmlns:a="http://schemas.openxmlformats.org/drawingml/2006/main" noGrp="1"/>
          </p:cNvSpPr>
          <p:nvPr/>
        </p:nvSpPr>
        <p:spPr>
          <a:xfrm xmlns:a="http://schemas.openxmlformats.org/drawingml/2006/main">
            <a:off x="4181475" y="406146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4" name="Text">
            <a:extLst xmlns:a="http://schemas.openxmlformats.org/drawingml/2006/main">
              <a:ext uri="{FF2B5EF4-FFF2-40B4-BE49-F238E27FC236}">
                <a16:creationId xmlns:a16="http://schemas.microsoft.com/office/drawing/2014/main" id="{E2353264-1C24-40DB-8251-6ADDD86260E2}"/>
              </a:ext>
            </a:extLst>
          </p:cNvPr>
          <p:cNvSpPr>
            <a:spLocks xmlns:a="http://schemas.openxmlformats.org/drawingml/2006/main" noGrp="1"/>
          </p:cNvSpPr>
          <p:nvPr/>
        </p:nvSpPr>
        <p:spPr>
          <a:xfrm xmlns:a="http://schemas.openxmlformats.org/drawingml/2006/main">
            <a:off x="4200525" y="406146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44</a:t>
            </a:r>
          </a:p>
        </p:txBody>
      </p:sp>
      <p:sp>
        <p:nvSpPr>
          <p:cNvPr id="35" name="Rectangle 34">
            <a:extLst xmlns:a="http://schemas.openxmlformats.org/drawingml/2006/main">
              <a:ext uri="{FF2B5EF4-FFF2-40B4-BE49-F238E27FC236}">
                <a16:creationId xmlns:a16="http://schemas.microsoft.com/office/drawing/2014/main" id="{0108F0AB-C6D2-4405-AD20-B348CDE10624}"/>
              </a:ext>
            </a:extLst>
          </p:cNvPr>
          <p:cNvSpPr>
            <a:spLocks xmlns:a="http://schemas.openxmlformats.org/drawingml/2006/main" noGrp="1"/>
          </p:cNvSpPr>
          <p:nvPr/>
        </p:nvSpPr>
        <p:spPr>
          <a:xfrm xmlns:a="http://schemas.openxmlformats.org/drawingml/2006/main">
            <a:off x="600075" y="4596765"/>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6" name="Text">
            <a:extLst xmlns:a="http://schemas.openxmlformats.org/drawingml/2006/main">
              <a:ext uri="{FF2B5EF4-FFF2-40B4-BE49-F238E27FC236}">
                <a16:creationId xmlns:a16="http://schemas.microsoft.com/office/drawing/2014/main" id="{CAEED38E-2AF3-41B7-9E73-60A38EAEDD53}"/>
              </a:ext>
            </a:extLst>
          </p:cNvPr>
          <p:cNvSpPr>
            <a:spLocks xmlns:a="http://schemas.openxmlformats.org/drawingml/2006/main" noGrp="1"/>
          </p:cNvSpPr>
          <p:nvPr/>
        </p:nvSpPr>
        <p:spPr>
          <a:xfrm xmlns:a="http://schemas.openxmlformats.org/drawingml/2006/main">
            <a:off x="619125" y="4596765"/>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27</a:t>
            </a:r>
          </a:p>
        </p:txBody>
      </p:sp>
      <p:sp>
        <p:nvSpPr>
          <p:cNvPr id="37" name="Rectangle 36">
            <a:extLst xmlns:a="http://schemas.openxmlformats.org/drawingml/2006/main">
              <a:ext uri="{FF2B5EF4-FFF2-40B4-BE49-F238E27FC236}">
                <a16:creationId xmlns:a16="http://schemas.microsoft.com/office/drawing/2014/main" id="{FE67898A-26C1-45EB-80BC-A6D6AFA4AC68}"/>
              </a:ext>
            </a:extLst>
          </p:cNvPr>
          <p:cNvSpPr>
            <a:spLocks xmlns:a="http://schemas.openxmlformats.org/drawingml/2006/main" noGrp="1"/>
          </p:cNvSpPr>
          <p:nvPr/>
        </p:nvSpPr>
        <p:spPr>
          <a:xfrm xmlns:a="http://schemas.openxmlformats.org/drawingml/2006/main">
            <a:off x="1495425" y="4596765"/>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8" name="Text">
            <a:extLst xmlns:a="http://schemas.openxmlformats.org/drawingml/2006/main">
              <a:ext uri="{FF2B5EF4-FFF2-40B4-BE49-F238E27FC236}">
                <a16:creationId xmlns:a16="http://schemas.microsoft.com/office/drawing/2014/main" id="{AC3FF61C-FBC4-4F5F-9226-8A17966E1CA8}"/>
              </a:ext>
            </a:extLst>
          </p:cNvPr>
          <p:cNvSpPr>
            <a:spLocks xmlns:a="http://schemas.openxmlformats.org/drawingml/2006/main" noGrp="1"/>
          </p:cNvSpPr>
          <p:nvPr/>
        </p:nvSpPr>
        <p:spPr>
          <a:xfrm xmlns:a="http://schemas.openxmlformats.org/drawingml/2006/main">
            <a:off x="1514475" y="4596765"/>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32</a:t>
            </a:r>
          </a:p>
        </p:txBody>
      </p:sp>
      <p:sp>
        <p:nvSpPr>
          <p:cNvPr id="39" name="Rectangle 38">
            <a:extLst xmlns:a="http://schemas.openxmlformats.org/drawingml/2006/main">
              <a:ext uri="{FF2B5EF4-FFF2-40B4-BE49-F238E27FC236}">
                <a16:creationId xmlns:a16="http://schemas.microsoft.com/office/drawing/2014/main" id="{AE140C69-2D6D-4A8A-A6CE-6049C2BB15AA}"/>
              </a:ext>
            </a:extLst>
          </p:cNvPr>
          <p:cNvSpPr>
            <a:spLocks xmlns:a="http://schemas.openxmlformats.org/drawingml/2006/main" noGrp="1"/>
          </p:cNvSpPr>
          <p:nvPr/>
        </p:nvSpPr>
        <p:spPr>
          <a:xfrm xmlns:a="http://schemas.openxmlformats.org/drawingml/2006/main">
            <a:off x="2390775" y="4596765"/>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0" name="Text">
            <a:extLst xmlns:a="http://schemas.openxmlformats.org/drawingml/2006/main">
              <a:ext uri="{FF2B5EF4-FFF2-40B4-BE49-F238E27FC236}">
                <a16:creationId xmlns:a16="http://schemas.microsoft.com/office/drawing/2014/main" id="{78B175B9-8871-4DFB-9232-17E45B7DEDCA}"/>
              </a:ext>
            </a:extLst>
          </p:cNvPr>
          <p:cNvSpPr>
            <a:spLocks xmlns:a="http://schemas.openxmlformats.org/drawingml/2006/main" noGrp="1"/>
          </p:cNvSpPr>
          <p:nvPr/>
        </p:nvSpPr>
        <p:spPr>
          <a:xfrm xmlns:a="http://schemas.openxmlformats.org/drawingml/2006/main">
            <a:off x="2409825" y="4596765"/>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30</a:t>
            </a:r>
          </a:p>
        </p:txBody>
      </p:sp>
      <p:sp>
        <p:nvSpPr>
          <p:cNvPr id="41" name="Rectangle 40">
            <a:extLst xmlns:a="http://schemas.openxmlformats.org/drawingml/2006/main">
              <a:ext uri="{FF2B5EF4-FFF2-40B4-BE49-F238E27FC236}">
                <a16:creationId xmlns:a16="http://schemas.microsoft.com/office/drawing/2014/main" id="{614D6BE4-DB08-4C5A-B129-F2FE827156E0}"/>
              </a:ext>
            </a:extLst>
          </p:cNvPr>
          <p:cNvSpPr>
            <a:spLocks xmlns:a="http://schemas.openxmlformats.org/drawingml/2006/main" noGrp="1"/>
          </p:cNvSpPr>
          <p:nvPr/>
        </p:nvSpPr>
        <p:spPr>
          <a:xfrm xmlns:a="http://schemas.openxmlformats.org/drawingml/2006/main">
            <a:off x="3286125" y="4596765"/>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2" name="Text">
            <a:extLst xmlns:a="http://schemas.openxmlformats.org/drawingml/2006/main">
              <a:ext uri="{FF2B5EF4-FFF2-40B4-BE49-F238E27FC236}">
                <a16:creationId xmlns:a16="http://schemas.microsoft.com/office/drawing/2014/main" id="{896B9411-73A8-45EA-899A-30F15D2131AF}"/>
              </a:ext>
            </a:extLst>
          </p:cNvPr>
          <p:cNvSpPr>
            <a:spLocks xmlns:a="http://schemas.openxmlformats.org/drawingml/2006/main" noGrp="1"/>
          </p:cNvSpPr>
          <p:nvPr/>
        </p:nvSpPr>
        <p:spPr>
          <a:xfrm xmlns:a="http://schemas.openxmlformats.org/drawingml/2006/main">
            <a:off x="3305175" y="4596765"/>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42</a:t>
            </a:r>
          </a:p>
        </p:txBody>
      </p:sp>
      <p:sp>
        <p:nvSpPr>
          <p:cNvPr id="43" name="Rectangle 42">
            <a:extLst xmlns:a="http://schemas.openxmlformats.org/drawingml/2006/main">
              <a:ext uri="{FF2B5EF4-FFF2-40B4-BE49-F238E27FC236}">
                <a16:creationId xmlns:a16="http://schemas.microsoft.com/office/drawing/2014/main" id="{B7AF5061-7816-4248-95CA-085EBD22A136}"/>
              </a:ext>
            </a:extLst>
          </p:cNvPr>
          <p:cNvSpPr>
            <a:spLocks xmlns:a="http://schemas.openxmlformats.org/drawingml/2006/main" noGrp="1"/>
          </p:cNvSpPr>
          <p:nvPr/>
        </p:nvSpPr>
        <p:spPr>
          <a:xfrm xmlns:a="http://schemas.openxmlformats.org/drawingml/2006/main">
            <a:off x="4181475" y="4596765"/>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4" name="Text">
            <a:extLst xmlns:a="http://schemas.openxmlformats.org/drawingml/2006/main">
              <a:ext uri="{FF2B5EF4-FFF2-40B4-BE49-F238E27FC236}">
                <a16:creationId xmlns:a16="http://schemas.microsoft.com/office/drawing/2014/main" id="{67EF9A27-4B2D-4849-B4BD-4C38CD6D2F78}"/>
              </a:ext>
            </a:extLst>
          </p:cNvPr>
          <p:cNvSpPr>
            <a:spLocks xmlns:a="http://schemas.openxmlformats.org/drawingml/2006/main" noGrp="1"/>
          </p:cNvSpPr>
          <p:nvPr/>
        </p:nvSpPr>
        <p:spPr>
          <a:xfrm xmlns:a="http://schemas.openxmlformats.org/drawingml/2006/main">
            <a:off x="4200525" y="4596765"/>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25</a:t>
            </a:r>
          </a:p>
        </p:txBody>
      </p:sp>
      <p:sp>
        <p:nvSpPr>
          <p:cNvPr id="45" name="Rectangle 44">
            <a:extLst xmlns:a="http://schemas.openxmlformats.org/drawingml/2006/main">
              <a:ext uri="{FF2B5EF4-FFF2-40B4-BE49-F238E27FC236}">
                <a16:creationId xmlns:a16="http://schemas.microsoft.com/office/drawing/2014/main" id="{393245F1-3517-42AE-94A1-1B6E5ADA39DF}"/>
              </a:ext>
            </a:extLst>
          </p:cNvPr>
          <p:cNvSpPr>
            <a:spLocks xmlns:a="http://schemas.openxmlformats.org/drawingml/2006/main" noGrp="1"/>
          </p:cNvSpPr>
          <p:nvPr/>
        </p:nvSpPr>
        <p:spPr>
          <a:xfrm xmlns:a="http://schemas.openxmlformats.org/drawingml/2006/main">
            <a:off x="600075" y="513207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6" name="Text">
            <a:extLst xmlns:a="http://schemas.openxmlformats.org/drawingml/2006/main">
              <a:ext uri="{FF2B5EF4-FFF2-40B4-BE49-F238E27FC236}">
                <a16:creationId xmlns:a16="http://schemas.microsoft.com/office/drawing/2014/main" id="{0A756D24-8344-4CF4-9805-33B894965D08}"/>
              </a:ext>
            </a:extLst>
          </p:cNvPr>
          <p:cNvSpPr>
            <a:spLocks xmlns:a="http://schemas.openxmlformats.org/drawingml/2006/main" noGrp="1"/>
          </p:cNvSpPr>
          <p:nvPr/>
        </p:nvSpPr>
        <p:spPr>
          <a:xfrm xmlns:a="http://schemas.openxmlformats.org/drawingml/2006/main">
            <a:off x="619125" y="513207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29</a:t>
            </a:r>
          </a:p>
        </p:txBody>
      </p:sp>
      <p:sp>
        <p:nvSpPr>
          <p:cNvPr id="47" name="Rectangle 46">
            <a:extLst xmlns:a="http://schemas.openxmlformats.org/drawingml/2006/main">
              <a:ext uri="{FF2B5EF4-FFF2-40B4-BE49-F238E27FC236}">
                <a16:creationId xmlns:a16="http://schemas.microsoft.com/office/drawing/2014/main" id="{7C0A4A86-561B-495D-B21E-F011BE01789C}"/>
              </a:ext>
            </a:extLst>
          </p:cNvPr>
          <p:cNvSpPr>
            <a:spLocks xmlns:a="http://schemas.openxmlformats.org/drawingml/2006/main" noGrp="1"/>
          </p:cNvSpPr>
          <p:nvPr/>
        </p:nvSpPr>
        <p:spPr>
          <a:xfrm xmlns:a="http://schemas.openxmlformats.org/drawingml/2006/main">
            <a:off x="1495425" y="513207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48" name="Text">
            <a:extLst xmlns:a="http://schemas.openxmlformats.org/drawingml/2006/main">
              <a:ext uri="{FF2B5EF4-FFF2-40B4-BE49-F238E27FC236}">
                <a16:creationId xmlns:a16="http://schemas.microsoft.com/office/drawing/2014/main" id="{DBA9A810-8862-45BC-AF70-3BD1B6FC3153}"/>
              </a:ext>
            </a:extLst>
          </p:cNvPr>
          <p:cNvSpPr>
            <a:spLocks xmlns:a="http://schemas.openxmlformats.org/drawingml/2006/main" noGrp="1"/>
          </p:cNvSpPr>
          <p:nvPr/>
        </p:nvSpPr>
        <p:spPr>
          <a:xfrm xmlns:a="http://schemas.openxmlformats.org/drawingml/2006/main">
            <a:off x="1514475" y="513207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33</a:t>
            </a:r>
          </a:p>
        </p:txBody>
      </p:sp>
      <p:sp>
        <p:nvSpPr>
          <p:cNvPr id="49" name="Rectangle 48">
            <a:extLst xmlns:a="http://schemas.openxmlformats.org/drawingml/2006/main">
              <a:ext uri="{FF2B5EF4-FFF2-40B4-BE49-F238E27FC236}">
                <a16:creationId xmlns:a16="http://schemas.microsoft.com/office/drawing/2014/main" id="{D43EDB0E-47DC-426D-B3C8-12E4DBD07C9A}"/>
              </a:ext>
            </a:extLst>
          </p:cNvPr>
          <p:cNvSpPr>
            <a:spLocks xmlns:a="http://schemas.openxmlformats.org/drawingml/2006/main" noGrp="1"/>
          </p:cNvSpPr>
          <p:nvPr/>
        </p:nvSpPr>
        <p:spPr>
          <a:xfrm xmlns:a="http://schemas.openxmlformats.org/drawingml/2006/main">
            <a:off x="2390775" y="513207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0" name="Text">
            <a:extLst xmlns:a="http://schemas.openxmlformats.org/drawingml/2006/main">
              <a:ext uri="{FF2B5EF4-FFF2-40B4-BE49-F238E27FC236}">
                <a16:creationId xmlns:a16="http://schemas.microsoft.com/office/drawing/2014/main" id="{AB7A2A27-4985-4877-8C1A-2A9E90864813}"/>
              </a:ext>
            </a:extLst>
          </p:cNvPr>
          <p:cNvSpPr>
            <a:spLocks xmlns:a="http://schemas.openxmlformats.org/drawingml/2006/main" noGrp="1"/>
          </p:cNvSpPr>
          <p:nvPr/>
        </p:nvSpPr>
        <p:spPr>
          <a:xfrm xmlns:a="http://schemas.openxmlformats.org/drawingml/2006/main">
            <a:off x="2409825" y="513207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41</a:t>
            </a:r>
          </a:p>
        </p:txBody>
      </p:sp>
      <p:sp>
        <p:nvSpPr>
          <p:cNvPr id="51" name="Rectangle 50">
            <a:extLst xmlns:a="http://schemas.openxmlformats.org/drawingml/2006/main">
              <a:ext uri="{FF2B5EF4-FFF2-40B4-BE49-F238E27FC236}">
                <a16:creationId xmlns:a16="http://schemas.microsoft.com/office/drawing/2014/main" id="{90A8D5CF-F20F-444A-830B-3AF3C92E0DBF}"/>
              </a:ext>
            </a:extLst>
          </p:cNvPr>
          <p:cNvSpPr>
            <a:spLocks xmlns:a="http://schemas.openxmlformats.org/drawingml/2006/main" noGrp="1"/>
          </p:cNvSpPr>
          <p:nvPr/>
        </p:nvSpPr>
        <p:spPr>
          <a:xfrm xmlns:a="http://schemas.openxmlformats.org/drawingml/2006/main">
            <a:off x="3286125" y="513207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2" name="Text">
            <a:extLst xmlns:a="http://schemas.openxmlformats.org/drawingml/2006/main">
              <a:ext uri="{FF2B5EF4-FFF2-40B4-BE49-F238E27FC236}">
                <a16:creationId xmlns:a16="http://schemas.microsoft.com/office/drawing/2014/main" id="{649E00EF-9383-4DEB-89BD-C68DFB0729BA}"/>
              </a:ext>
            </a:extLst>
          </p:cNvPr>
          <p:cNvSpPr>
            <a:spLocks xmlns:a="http://schemas.openxmlformats.org/drawingml/2006/main" noGrp="1"/>
          </p:cNvSpPr>
          <p:nvPr/>
        </p:nvSpPr>
        <p:spPr>
          <a:xfrm xmlns:a="http://schemas.openxmlformats.org/drawingml/2006/main">
            <a:off x="3305175" y="513207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38</a:t>
            </a:r>
          </a:p>
        </p:txBody>
      </p:sp>
      <p:sp>
        <p:nvSpPr>
          <p:cNvPr id="53" name="Rectangle 52">
            <a:extLst xmlns:a="http://schemas.openxmlformats.org/drawingml/2006/main">
              <a:ext uri="{FF2B5EF4-FFF2-40B4-BE49-F238E27FC236}">
                <a16:creationId xmlns:a16="http://schemas.microsoft.com/office/drawing/2014/main" id="{29703B4F-CBFC-482D-A18F-40973D0F3A8D}"/>
              </a:ext>
            </a:extLst>
          </p:cNvPr>
          <p:cNvSpPr>
            <a:spLocks xmlns:a="http://schemas.openxmlformats.org/drawingml/2006/main" noGrp="1"/>
          </p:cNvSpPr>
          <p:nvPr/>
        </p:nvSpPr>
        <p:spPr>
          <a:xfrm xmlns:a="http://schemas.openxmlformats.org/drawingml/2006/main">
            <a:off x="4181475" y="5132070"/>
            <a:ext cx="838200" cy="47815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4" name="Text">
            <a:extLst xmlns:a="http://schemas.openxmlformats.org/drawingml/2006/main">
              <a:ext uri="{FF2B5EF4-FFF2-40B4-BE49-F238E27FC236}">
                <a16:creationId xmlns:a16="http://schemas.microsoft.com/office/drawing/2014/main" id="{6ADAB4A6-B3FE-4B1F-8924-62C9DB10A5EE}"/>
              </a:ext>
            </a:extLst>
          </p:cNvPr>
          <p:cNvSpPr>
            <a:spLocks xmlns:a="http://schemas.openxmlformats.org/drawingml/2006/main" noGrp="1"/>
          </p:cNvSpPr>
          <p:nvPr/>
        </p:nvSpPr>
        <p:spPr>
          <a:xfrm xmlns:a="http://schemas.openxmlformats.org/drawingml/2006/main">
            <a:off x="4200525" y="5132070"/>
            <a:ext cx="800100" cy="47815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175" b="0">
                <a:solidFill>
                  <a:srgbClr val="111111"/>
                </a:solidFill>
                <a:latin typeface="Aptos"/>
                <a:ea typeface="Aptos"/>
                <a:cs typeface="Aptos"/>
              </a:defRPr>
            </a:pPr>
            <a:r>
              <a:rPr sz="2175" b="0">
                <a:solidFill>
                  <a:srgbClr val="111111"/>
                </a:solidFill>
                <a:latin typeface="Aptos"/>
                <a:ea typeface="Aptos"/>
                <a:cs typeface="Aptos"/>
              </a:rPr>
              <a:t>37</a:t>
            </a:r>
          </a:p>
        </p:txBody>
      </p:sp>
      <p:graphicFrame>
        <p:nvGraphicFramePr>
          <p:cNvPr id="113" name="Table 110"/>
          <p:cNvGraphicFramePr/>
          <p:nvPr/>
        </p:nvGraphicFramePr>
        <p:xfrm>
          <a:off xmlns:a="http://schemas.openxmlformats.org/drawingml/2006/main" x="5476875" y="2952750"/>
          <a:ext xmlns:a="http://schemas.openxmlformats.org/drawingml/2006/main" cx="6096000" cy="2667000"/>
        </p:xfrm>
        <a:graphic xmlns:a="http://schemas.openxmlformats.org/drawingml/2006/main">
          <a:graphicData uri="http://schemas.openxmlformats.org/drawingml/2006/table">
            <a:tbl>
              <a:tblPr firstRow="1"/>
              <a:tblGrid>
                <a:gridCol w="2047875"/>
                <a:gridCol w="1000125"/>
                <a:gridCol w="619125"/>
                <a:gridCol w="1381125"/>
                <a:gridCol w="1047750"/>
              </a:tblGrid>
              <a:tr h="444500">
                <a:tc>
                  <a:txBody>
                    <a:bodyPr/>
                    <a:lstStyle/>
                    <a:p>
                      <a:pPr algn="l">
                        <a:buNone/>
                      </a:pPr>
                      <a:r>
                        <a:rPr sz="1800" b="1">
                          <a:solidFill>
                            <a:srgbClr val="FFFFFF"/>
                          </a:solidFill>
                          <a:latin typeface="Aptos"/>
                          <a:ea typeface="Aptos"/>
                          <a:cs typeface="Aptos"/>
                        </a:rPr>
                        <a:t>Class</a:t>
                      </a:r>
                    </a:p>
                  </a:txBody>
                  <a:tcPr marL="91440" marR="91440" marT="45720" marB="45720" anchor="ctr">
                    <a:solidFill>
                      <a:srgbClr val="D6171D"/>
                    </a:solidFill>
                  </a:tcPr>
                </a:tc>
                <a:tc>
                  <a:txBody>
                    <a:bodyPr/>
                    <a:lstStyle/>
                    <a:p>
                      <a:pPr algn="ctr">
                        <a:buNone/>
                      </a:pPr>
                      <a:r>
                        <a:rPr sz="1800" b="1">
                          <a:solidFill>
                            <a:srgbClr val="FFFFFF"/>
                          </a:solidFill>
                          <a:latin typeface="Aptos"/>
                          <a:ea typeface="Aptos"/>
                          <a:cs typeface="Aptos"/>
                        </a:rPr>
                        <a:t>Tally</a:t>
                      </a:r>
                    </a:p>
                  </a:txBody>
                  <a:tcPr marL="91440" marR="91440" marT="45720" marB="45720" anchor="ctr">
                    <a:solidFill>
                      <a:srgbClr val="D6171D"/>
                    </a:solidFill>
                  </a:tcPr>
                </a:tc>
                <a:tc>
                  <a:txBody>
                    <a:bodyPr/>
                    <a:lstStyle/>
                    <a:p>
                      <a:pPr algn="ctr">
                        <a:buNone/>
                      </a:pPr>
                      <a:r>
                        <a:rPr sz="1800" b="1">
                          <a:solidFill>
                            <a:srgbClr val="FFFFFF"/>
                          </a:solidFill>
                          <a:latin typeface="Aptos"/>
                          <a:ea typeface="Aptos"/>
                          <a:cs typeface="Aptos"/>
                        </a:rPr>
                        <a:t>f</a:t>
                      </a:r>
                    </a:p>
                  </a:txBody>
                  <a:tcPr marL="91440" marR="91440" marT="45720" marB="45720" anchor="ctr">
                    <a:solidFill>
                      <a:srgbClr val="D6171D"/>
                    </a:solidFill>
                  </a:tcPr>
                </a:tc>
                <a:tc>
                  <a:txBody>
                    <a:bodyPr/>
                    <a:lstStyle/>
                    <a:p>
                      <a:pPr algn="ctr">
                        <a:buNone/>
                      </a:pPr>
                      <a:r>
                        <a:rPr sz="1800" b="1">
                          <a:solidFill>
                            <a:srgbClr val="FFFFFF"/>
                          </a:solidFill>
                          <a:latin typeface="Aptos"/>
                          <a:ea typeface="Aptos"/>
                          <a:cs typeface="Aptos"/>
                        </a:rPr>
                        <a:t>Midpoint</a:t>
                      </a:r>
                    </a:p>
                  </a:txBody>
                  <a:tcPr marL="91440" marR="91440" marT="45720" marB="45720" anchor="ctr">
                    <a:solidFill>
                      <a:srgbClr val="D6171D"/>
                    </a:solidFill>
                  </a:tcPr>
                </a:tc>
                <a:tc>
                  <a:txBody>
                    <a:bodyPr/>
                    <a:lstStyle/>
                    <a:p>
                      <a:pPr algn="ctr">
                        <a:buNone/>
                      </a:pPr>
                      <a:r>
                        <a:rPr sz="1800" b="1">
                          <a:solidFill>
                            <a:srgbClr val="FFFFFF"/>
                          </a:solidFill>
                          <a:latin typeface="Aptos"/>
                          <a:ea typeface="Aptos"/>
                          <a:cs typeface="Aptos"/>
                        </a:rPr>
                        <a:t>%</a:t>
                      </a:r>
                    </a:p>
                  </a:txBody>
                  <a:tcPr marL="91440" marR="91440" marT="45720" marB="45720" anchor="ctr">
                    <a:solidFill>
                      <a:srgbClr val="D6171D"/>
                    </a:solidFill>
                  </a:tcPr>
                </a:tc>
              </a:tr>
              <a:tr h="444500">
                <a:tc>
                  <a:txBody>
                    <a:bodyPr/>
                    <a:lstStyle/>
                    <a:p>
                      <a:pPr algn="l">
                        <a:buNone/>
                      </a:pPr>
                      <a:r>
                        <a:rPr sz="1800" b="0">
                          <a:solidFill>
                            <a:srgbClr val="111111"/>
                          </a:solidFill>
                          <a:latin typeface="Aptos"/>
                          <a:ea typeface="Aptos"/>
                          <a:cs typeface="Aptos"/>
                        </a:rPr>
                        <a:t>10 ≤ x &lt; 20</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r h="444500">
                <a:tc>
                  <a:txBody>
                    <a:bodyPr/>
                    <a:lstStyle/>
                    <a:p>
                      <a:pPr algn="l">
                        <a:buNone/>
                      </a:pPr>
                      <a:r>
                        <a:rPr sz="1800" b="0">
                          <a:solidFill>
                            <a:srgbClr val="111111"/>
                          </a:solidFill>
                          <a:latin typeface="Aptos"/>
                          <a:ea typeface="Aptos"/>
                          <a:cs typeface="Aptos"/>
                        </a:rPr>
                        <a:t>20 ≤ x &lt; 30</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444500">
                <a:tc>
                  <a:txBody>
                    <a:bodyPr/>
                    <a:lstStyle/>
                    <a:p>
                      <a:pPr algn="l">
                        <a:buNone/>
                      </a:pPr>
                      <a:r>
                        <a:rPr sz="1800" b="0">
                          <a:solidFill>
                            <a:srgbClr val="111111"/>
                          </a:solidFill>
                          <a:latin typeface="Aptos"/>
                          <a:ea typeface="Aptos"/>
                          <a:cs typeface="Aptos"/>
                        </a:rPr>
                        <a:t>30 ≤ x &lt; 40</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r h="444500">
                <a:tc>
                  <a:txBody>
                    <a:bodyPr/>
                    <a:lstStyle/>
                    <a:p>
                      <a:pPr algn="l">
                        <a:buNone/>
                      </a:pPr>
                      <a:r>
                        <a:rPr sz="1800" b="0">
                          <a:solidFill>
                            <a:srgbClr val="111111"/>
                          </a:solidFill>
                          <a:latin typeface="Aptos"/>
                          <a:ea typeface="Aptos"/>
                          <a:cs typeface="Aptos"/>
                        </a:rPr>
                        <a:t>40 ≤ x &lt; 50</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444500">
                <a:tc>
                  <a:txBody>
                    <a:bodyPr/>
                    <a:lstStyle/>
                    <a:p>
                      <a:pPr algn="l">
                        <a:buNone/>
                      </a:pPr>
                      <a:r>
                        <a:rPr sz="1800" b="0">
                          <a:solidFill>
                            <a:srgbClr val="111111"/>
                          </a:solidFill>
                          <a:latin typeface="Aptos"/>
                          <a:ea typeface="Aptos"/>
                          <a:cs typeface="Aptos"/>
                        </a:rPr>
                        <a:t>Total</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bl>
          </a:graphicData>
        </a:graphic>
      </p:graphicFrame>
      <p:sp>
        <p:nvSpPr>
          <p:cNvPr id="56" name="Text">
            <a:extLst xmlns:a="http://schemas.openxmlformats.org/drawingml/2006/main">
              <a:ext uri="{FF2B5EF4-FFF2-40B4-BE49-F238E27FC236}">
                <a16:creationId xmlns:a16="http://schemas.microsoft.com/office/drawing/2014/main" id="{C50E0DB6-F5B3-48F2-BF99-BAB3E85D0E42}"/>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5 minutes. f = frequency. Frequencies must total 25 and percentages 100%.</a:t>
            </a:r>
          </a:p>
        </p:txBody>
      </p:sp>
    </p:spTree>
    <p:extLst>
      <p:ext uri="{BB962C8B-B14F-4D97-AF65-F5344CB8AC3E}">
        <p14:creationId xmlns:p14="http://schemas.microsoft.com/office/powerpoint/2010/main" val="779092802"/>
      </p:ext>
    </p:extLst>
  </p:cSld>
</p:sld>
</file>

<file path=ppt/slides/slide29.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E8C73028-7DC9-41F7-8051-6C220182961E}"/>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Grouped table: answers</a:t>
            </a:r>
          </a:p>
        </p:txBody>
      </p:sp>
      <p:sp>
        <p:nvSpPr>
          <p:cNvPr id="2" name="Text">
            <a:extLst xmlns:a="http://schemas.openxmlformats.org/drawingml/2006/main">
              <a:ext uri="{FF2B5EF4-FFF2-40B4-BE49-F238E27FC236}">
                <a16:creationId xmlns:a16="http://schemas.microsoft.com/office/drawing/2014/main" id="{B3E11512-D39C-4778-BFBC-347B0F36FD3D}"/>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Each class includes its lower boundary and excludes its upper boundary.</a:t>
            </a:r>
          </a:p>
        </p:txBody>
      </p:sp>
      <p:sp>
        <p:nvSpPr>
          <p:cNvPr id="3" name="Rectangle 2">
            <a:extLst xmlns:a="http://schemas.openxmlformats.org/drawingml/2006/main">
              <a:ext uri="{FF2B5EF4-FFF2-40B4-BE49-F238E27FC236}">
                <a16:creationId xmlns:a16="http://schemas.microsoft.com/office/drawing/2014/main" id="{F960FC5A-12BB-4556-8EFC-44D7ACA60D2E}"/>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0BFADCB2-436D-4C15-8CA2-B472FBD748A7}"/>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A4b</a:t>
            </a:r>
          </a:p>
        </p:txBody>
      </p:sp>
      <p:graphicFrame>
        <p:nvGraphicFramePr>
          <p:cNvPr id="13" name="Table 10"/>
          <p:cNvGraphicFramePr/>
          <p:nvPr/>
        </p:nvGraphicFramePr>
        <p:xfrm>
          <a:off xmlns:a="http://schemas.openxmlformats.org/drawingml/2006/main" x="619125" y="2857500"/>
          <a:ext xmlns:a="http://schemas.openxmlformats.org/drawingml/2006/main" cx="10953750" cy="2857500"/>
        </p:xfrm>
        <a:graphic xmlns:a="http://schemas.openxmlformats.org/drawingml/2006/main">
          <a:graphicData uri="http://schemas.openxmlformats.org/drawingml/2006/table">
            <a:tbl>
              <a:tblPr firstRow="1"/>
              <a:tblGrid>
                <a:gridCol w="3190875"/>
                <a:gridCol w="2524125"/>
                <a:gridCol w="2619375"/>
                <a:gridCol w="2619375"/>
              </a:tblGrid>
              <a:tr h="476250">
                <a:tc>
                  <a:txBody>
                    <a:bodyPr/>
                    <a:lstStyle/>
                    <a:p>
                      <a:pPr algn="l">
                        <a:buNone/>
                      </a:pPr>
                      <a:r>
                        <a:rPr sz="2175" b="1">
                          <a:solidFill>
                            <a:srgbClr val="FFFFFF"/>
                          </a:solidFill>
                          <a:latin typeface="Aptos"/>
                          <a:ea typeface="Aptos"/>
                          <a:cs typeface="Aptos"/>
                        </a:rPr>
                        <a:t>Sign-ups per session</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Frequency, f</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Midpoint, m</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Percentage</a:t>
                      </a:r>
                    </a:p>
                  </a:txBody>
                  <a:tcPr marL="91440" marR="91440" marT="45720" marB="45720" anchor="ctr">
                    <a:solidFill>
                      <a:srgbClr val="D6171D"/>
                    </a:solidFill>
                  </a:tcPr>
                </a:tc>
              </a:tr>
              <a:tr h="476250">
                <a:tc>
                  <a:txBody>
                    <a:bodyPr/>
                    <a:lstStyle/>
                    <a:p>
                      <a:pPr algn="l">
                        <a:buNone/>
                      </a:pPr>
                      <a:r>
                        <a:rPr sz="2175" b="0">
                          <a:solidFill>
                            <a:srgbClr val="111111"/>
                          </a:solidFill>
                          <a:latin typeface="Aptos"/>
                          <a:ea typeface="Aptos"/>
                          <a:cs typeface="Aptos"/>
                        </a:rPr>
                        <a:t>10 ≤ x &lt; 20</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2</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15</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8%</a:t>
                      </a:r>
                    </a:p>
                  </a:txBody>
                  <a:tcPr marL="91440" marR="91440" marT="45720" marB="45720" anchor="ctr">
                    <a:solidFill>
                      <a:srgbClr val="FFFFFF"/>
                    </a:solidFill>
                  </a:tcPr>
                </a:tc>
              </a:tr>
              <a:tr h="476250">
                <a:tc>
                  <a:txBody>
                    <a:bodyPr/>
                    <a:lstStyle/>
                    <a:p>
                      <a:pPr algn="l">
                        <a:buNone/>
                      </a:pPr>
                      <a:r>
                        <a:rPr sz="2175" b="0">
                          <a:solidFill>
                            <a:srgbClr val="111111"/>
                          </a:solidFill>
                          <a:latin typeface="Aptos"/>
                          <a:ea typeface="Aptos"/>
                          <a:cs typeface="Aptos"/>
                        </a:rPr>
                        <a:t>20 ≤ x &lt; 30</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7</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25</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28%</a:t>
                      </a:r>
                    </a:p>
                  </a:txBody>
                  <a:tcPr marL="91440" marR="91440" marT="45720" marB="45720" anchor="ctr">
                    <a:solidFill>
                      <a:srgbClr val="EEF8FE"/>
                    </a:solidFill>
                  </a:tcPr>
                </a:tc>
              </a:tr>
              <a:tr h="476250">
                <a:tc>
                  <a:txBody>
                    <a:bodyPr/>
                    <a:lstStyle/>
                    <a:p>
                      <a:pPr algn="l">
                        <a:buNone/>
                      </a:pPr>
                      <a:r>
                        <a:rPr sz="2175" b="0">
                          <a:solidFill>
                            <a:srgbClr val="111111"/>
                          </a:solidFill>
                          <a:latin typeface="Aptos"/>
                          <a:ea typeface="Aptos"/>
                          <a:cs typeface="Aptos"/>
                        </a:rPr>
                        <a:t>30 ≤ x &lt; 40</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10</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35</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40%</a:t>
                      </a:r>
                    </a:p>
                  </a:txBody>
                  <a:tcPr marL="91440" marR="91440" marT="45720" marB="45720" anchor="ctr">
                    <a:solidFill>
                      <a:srgbClr val="FFFFFF"/>
                    </a:solidFill>
                  </a:tcPr>
                </a:tc>
              </a:tr>
              <a:tr h="476250">
                <a:tc>
                  <a:txBody>
                    <a:bodyPr/>
                    <a:lstStyle/>
                    <a:p>
                      <a:pPr algn="l">
                        <a:buNone/>
                      </a:pPr>
                      <a:r>
                        <a:rPr sz="2175" b="0">
                          <a:solidFill>
                            <a:srgbClr val="111111"/>
                          </a:solidFill>
                          <a:latin typeface="Aptos"/>
                          <a:ea typeface="Aptos"/>
                          <a:cs typeface="Aptos"/>
                        </a:rPr>
                        <a:t>40 ≤ x &lt; 50</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6</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45</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24%</a:t>
                      </a:r>
                    </a:p>
                  </a:txBody>
                  <a:tcPr marL="91440" marR="91440" marT="45720" marB="45720" anchor="ctr">
                    <a:solidFill>
                      <a:srgbClr val="EEF8FE"/>
                    </a:solidFill>
                  </a:tcPr>
                </a:tc>
              </a:tr>
              <a:tr h="476250">
                <a:tc>
                  <a:txBody>
                    <a:bodyPr/>
                    <a:lstStyle/>
                    <a:p>
                      <a:pPr algn="l">
                        <a:buNone/>
                      </a:pPr>
                      <a:r>
                        <a:rPr sz="2175" b="0">
                          <a:solidFill>
                            <a:srgbClr val="111111"/>
                          </a:solidFill>
                          <a:latin typeface="Aptos"/>
                          <a:ea typeface="Aptos"/>
                          <a:cs typeface="Aptos"/>
                        </a:rPr>
                        <a:t>Total</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25</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100%</a:t>
                      </a: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48B4A2B8-DEBD-43A7-B829-A6F88453C1E6}"/>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Keep this table. In Class B you will turn it into a histogram, polygon and cumulative graph.</a:t>
            </a:r>
          </a:p>
        </p:txBody>
      </p:sp>
    </p:spTree>
    <p:extLst>
      <p:ext uri="{BB962C8B-B14F-4D97-AF65-F5344CB8AC3E}">
        <p14:creationId xmlns:p14="http://schemas.microsoft.com/office/powerpoint/2010/main" val="1632814750"/>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2713F1FF-8FFB-44B8-BE6F-FC21CA1D5DB5}"/>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modal class</a:t>
            </a:r>
          </a:p>
        </p:txBody>
      </p:sp>
      <p:sp>
        <p:nvSpPr>
          <p:cNvPr id="2" name="Text">
            <a:extLst xmlns:a="http://schemas.openxmlformats.org/drawingml/2006/main">
              <a:ext uri="{FF2B5EF4-FFF2-40B4-BE49-F238E27FC236}">
                <a16:creationId xmlns:a16="http://schemas.microsoft.com/office/drawing/2014/main" id="{6492ED0A-CB46-4111-960C-590BDF88F207}"/>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 modal class is the class with the highest frequency.</a:t>
            </a:r>
          </a:p>
        </p:txBody>
      </p:sp>
      <p:sp>
        <p:nvSpPr>
          <p:cNvPr id="3" name="Text">
            <a:extLst xmlns:a="http://schemas.openxmlformats.org/drawingml/2006/main">
              <a:ext uri="{FF2B5EF4-FFF2-40B4-BE49-F238E27FC236}">
                <a16:creationId xmlns:a16="http://schemas.microsoft.com/office/drawing/2014/main" id="{1C7E152A-527B-4BFA-A05B-D504A9ABECDE}"/>
              </a:ext>
            </a:extLst>
          </p:cNvPr>
          <p:cNvSpPr>
            <a:spLocks xmlns:a="http://schemas.openxmlformats.org/drawingml/2006/main" noGrp="1"/>
          </p:cNvSpPr>
          <p:nvPr/>
        </p:nvSpPr>
        <p:spPr>
          <a:xfrm xmlns:a="http://schemas.openxmlformats.org/drawingml/2006/main">
            <a:off x="619125" y="3076575"/>
            <a:ext cx="1081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025" b="1">
                <a:solidFill>
                  <a:srgbClr val="D6171D"/>
                </a:solidFill>
                <a:latin typeface="Aptos"/>
                <a:ea typeface="Aptos"/>
                <a:cs typeface="Aptos"/>
              </a:defRPr>
            </a:pPr>
            <a:r>
              <a:rPr sz="5025" b="1">
                <a:solidFill>
                  <a:srgbClr val="D6171D"/>
                </a:solidFill>
                <a:latin typeface="Aptos"/>
                <a:ea typeface="Aptos"/>
                <a:cs typeface="Aptos"/>
              </a:rPr>
              <a:t>30 ≤ x &lt; 40 sign-ups</a:t>
            </a:r>
          </a:p>
        </p:txBody>
      </p:sp>
      <p:sp>
        <p:nvSpPr>
          <p:cNvPr id="4" name="Text">
            <a:extLst xmlns:a="http://schemas.openxmlformats.org/drawingml/2006/main">
              <a:ext uri="{FF2B5EF4-FFF2-40B4-BE49-F238E27FC236}">
                <a16:creationId xmlns:a16="http://schemas.microsoft.com/office/drawing/2014/main" id="{F680F7B4-4F5E-4A5F-B77F-875933D20E52}"/>
              </a:ext>
            </a:extLst>
          </p:cNvPr>
          <p:cNvSpPr>
            <a:spLocks xmlns:a="http://schemas.openxmlformats.org/drawingml/2006/main" noGrp="1"/>
          </p:cNvSpPr>
          <p:nvPr/>
        </p:nvSpPr>
        <p:spPr>
          <a:xfrm xmlns:a="http://schemas.openxmlformats.org/drawingml/2006/main">
            <a:off x="619125" y="4219575"/>
            <a:ext cx="1081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111111"/>
                </a:solidFill>
                <a:latin typeface="Aptos"/>
                <a:ea typeface="Aptos"/>
                <a:cs typeface="Aptos"/>
              </a:defRPr>
            </a:pPr>
            <a:r>
              <a:rPr sz="2850" b="0">
                <a:solidFill>
                  <a:srgbClr val="111111"/>
                </a:solidFill>
                <a:latin typeface="Aptos"/>
                <a:ea typeface="Aptos"/>
                <a:cs typeface="Aptos"/>
              </a:rPr>
              <a:t>10 of the 25 sessions fall in this class.</a:t>
            </a:r>
          </a:p>
        </p:txBody>
      </p:sp>
      <p:sp>
        <p:nvSpPr>
          <p:cNvPr id="5" name="Text">
            <a:extLst xmlns:a="http://schemas.openxmlformats.org/drawingml/2006/main">
              <a:ext uri="{FF2B5EF4-FFF2-40B4-BE49-F238E27FC236}">
                <a16:creationId xmlns:a16="http://schemas.microsoft.com/office/drawing/2014/main" id="{9435BFC1-1032-4EA6-9863-56A878095781}"/>
              </a:ext>
            </a:extLst>
          </p:cNvPr>
          <p:cNvSpPr>
            <a:spLocks xmlns:a="http://schemas.openxmlformats.org/drawingml/2006/main" noGrp="1"/>
          </p:cNvSpPr>
          <p:nvPr/>
        </p:nvSpPr>
        <p:spPr>
          <a:xfrm xmlns:a="http://schemas.openxmlformats.org/drawingml/2006/main">
            <a:off x="619125" y="5200650"/>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11111"/>
                </a:solidFill>
                <a:latin typeface="Aptos"/>
                <a:ea typeface="Aptos"/>
                <a:cs typeface="Aptos"/>
              </a:defRPr>
            </a:pPr>
            <a:r>
              <a:rPr sz="2550" b="1">
                <a:solidFill>
                  <a:srgbClr val="111111"/>
                </a:solidFill>
                <a:latin typeface="Aptos"/>
                <a:ea typeface="Aptos"/>
                <a:cs typeface="Aptos"/>
              </a:rPr>
              <a:t>Does this mean 35 is the most common individual count?</a:t>
            </a:r>
          </a:p>
        </p:txBody>
      </p:sp>
      <p:sp>
        <p:nvSpPr>
          <p:cNvPr id="6" name="Text">
            <a:extLst xmlns:a="http://schemas.openxmlformats.org/drawingml/2006/main">
              <a:ext uri="{FF2B5EF4-FFF2-40B4-BE49-F238E27FC236}">
                <a16:creationId xmlns:a16="http://schemas.microsoft.com/office/drawing/2014/main" id="{3FC643E0-68BB-49B3-A879-1C22AA1BB590}"/>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A class midpoint does not tell us which individual value occurs most often.</a:t>
            </a:r>
          </a:p>
        </p:txBody>
      </p:sp>
    </p:spTree>
    <p:extLst>
      <p:ext uri="{BB962C8B-B14F-4D97-AF65-F5344CB8AC3E}">
        <p14:creationId xmlns:p14="http://schemas.microsoft.com/office/powerpoint/2010/main" val="1374565436"/>
      </p:ext>
    </p:extLst>
  </p:cSld>
</p:sld>
</file>

<file path=ppt/slides/slide31.xml><?xml version="1.0" encoding="utf-8"?>
<p:sld xmlns:p="http://schemas.openxmlformats.org/presentationml/2006/main">
  <p:cSld>
    <p:spTree>
      <p:nvGrpSpPr>
        <p:cNvPr id="1" name=""/>
        <p:cNvGrpSpPr/>
        <p:nvPr/>
      </p:nvGrpSpPr>
      <p:grpSpPr>
        <a:xfrm xmlns:a="http://schemas.openxmlformats.org/drawingml/2006/main"/>
      </p:grpSpPr>
      <p:sp>
        <p:nvSpPr>
          <p:cNvPr id="2" name="Text">
            <a:extLst xmlns:a="http://schemas.openxmlformats.org/drawingml/2006/main">
              <a:ext uri="{FF2B5EF4-FFF2-40B4-BE49-F238E27FC236}">
                <a16:creationId xmlns:a16="http://schemas.microsoft.com/office/drawing/2014/main" id="{2BFD2B22-AACE-436C-BA5E-064FDAAE575A}"/>
              </a:ext>
            </a:extLst>
          </p:cNvPr>
          <p:cNvSpPr>
            <a:spLocks xmlns:a="http://schemas.openxmlformats.org/drawingml/2006/main" noGrp="1"/>
          </p:cNvSpPr>
          <p:nvPr/>
        </p:nvSpPr>
        <p:spPr>
          <a:xfrm xmlns:a="http://schemas.openxmlformats.org/drawingml/2006/main">
            <a:off x="447675" y="2505075"/>
            <a:ext cx="6048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3:</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Estimating</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the mean</a:t>
            </a:r>
          </a:p>
        </p:txBody>
      </p:sp>
    </p:spTree>
    <p:extLst>
      <p:ext uri="{BB962C8B-B14F-4D97-AF65-F5344CB8AC3E}">
        <p14:creationId xmlns:p14="http://schemas.microsoft.com/office/powerpoint/2010/main" val="1853252889"/>
      </p:ext>
    </p:extLst>
  </p:cSld>
</p:sld>
</file>

<file path=ppt/slides/slide32.xml><?xml version="1.0" encoding="utf-8"?>
<p:sld xmlns:p="http://schemas.openxmlformats.org/presentationml/2006/main">
  <p:cSld>
    <p:spTree>
      <p:nvGrpSpPr>
        <p:cNvPr id="1" name=""/>
        <p:cNvGrpSpPr/>
        <p:nvPr/>
      </p:nvGrpSpPr>
      <p:grpSpPr>
        <a:xfrm xmlns:a="http://schemas.openxmlformats.org/drawingml/2006/main"/>
      </p:grpSpPr>
      <p:sp>
        <p:nvSpPr>
          <p:cNvPr id="21" name="Slide title">
            <a:extLst xmlns:a="http://schemas.openxmlformats.org/drawingml/2006/main">
              <a:ext uri="{FF2B5EF4-FFF2-40B4-BE49-F238E27FC236}">
                <a16:creationId xmlns:a16="http://schemas.microsoft.com/office/drawing/2014/main" id="{334FF0F7-52B8-41D9-911B-24007584CED6}"/>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can the grouped table only estimate?</a:t>
            </a:r>
          </a:p>
        </p:txBody>
      </p:sp>
      <p:sp>
        <p:nvSpPr>
          <p:cNvPr id="2" name="Text">
            <a:extLst xmlns:a="http://schemas.openxmlformats.org/drawingml/2006/main">
              <a:ext uri="{FF2B5EF4-FFF2-40B4-BE49-F238E27FC236}">
                <a16:creationId xmlns:a16="http://schemas.microsoft.com/office/drawing/2014/main" id="{8FC1BEB7-A352-415A-B199-7B15DD9840F9}"/>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 same class frequency can hide very different individual values.</a:t>
            </a:r>
          </a:p>
        </p:txBody>
      </p:sp>
      <p:sp>
        <p:nvSpPr>
          <p:cNvPr id="3" name="Text">
            <a:extLst xmlns:a="http://schemas.openxmlformats.org/drawingml/2006/main">
              <a:ext uri="{FF2B5EF4-FFF2-40B4-BE49-F238E27FC236}">
                <a16:creationId xmlns:a16="http://schemas.microsoft.com/office/drawing/2014/main" id="{CF436EB5-A2D8-42FD-A3C2-408C7EC28BAD}"/>
              </a:ext>
            </a:extLst>
          </p:cNvPr>
          <p:cNvSpPr>
            <a:spLocks xmlns:a="http://schemas.openxmlformats.org/drawingml/2006/main" noGrp="1"/>
          </p:cNvSpPr>
          <p:nvPr/>
        </p:nvSpPr>
        <p:spPr>
          <a:xfrm xmlns:a="http://schemas.openxmlformats.org/drawingml/2006/main">
            <a:off x="619125" y="2924175"/>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Possible original values</a:t>
            </a:r>
          </a:p>
        </p:txBody>
      </p:sp>
      <p:sp>
        <p:nvSpPr>
          <p:cNvPr id="4" name="Rectangle 3">
            <a:extLst xmlns:a="http://schemas.openxmlformats.org/drawingml/2006/main">
              <a:ext uri="{FF2B5EF4-FFF2-40B4-BE49-F238E27FC236}">
                <a16:creationId xmlns:a16="http://schemas.microsoft.com/office/drawing/2014/main" id="{3C54874D-3C92-4FE7-B24E-07AC33C2D036}"/>
              </a:ext>
            </a:extLst>
          </p:cNvPr>
          <p:cNvSpPr>
            <a:spLocks xmlns:a="http://schemas.openxmlformats.org/drawingml/2006/main" noGrp="1"/>
          </p:cNvSpPr>
          <p:nvPr/>
        </p:nvSpPr>
        <p:spPr>
          <a:xfrm xmlns:a="http://schemas.openxmlformats.org/drawingml/2006/main">
            <a:off x="600075" y="3552825"/>
            <a:ext cx="1546225" cy="6762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5" name="Text">
            <a:extLst xmlns:a="http://schemas.openxmlformats.org/drawingml/2006/main">
              <a:ext uri="{FF2B5EF4-FFF2-40B4-BE49-F238E27FC236}">
                <a16:creationId xmlns:a16="http://schemas.microsoft.com/office/drawing/2014/main" id="{A31453F3-215A-4E9E-BD00-1F49CBFCAEC8}"/>
              </a:ext>
            </a:extLst>
          </p:cNvPr>
          <p:cNvSpPr>
            <a:spLocks xmlns:a="http://schemas.openxmlformats.org/drawingml/2006/main" noGrp="1"/>
          </p:cNvSpPr>
          <p:nvPr/>
        </p:nvSpPr>
        <p:spPr>
          <a:xfrm xmlns:a="http://schemas.openxmlformats.org/drawingml/2006/main">
            <a:off x="619125" y="3552825"/>
            <a:ext cx="1508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00" b="0">
                <a:solidFill>
                  <a:srgbClr val="111111"/>
                </a:solidFill>
                <a:latin typeface="Aptos"/>
                <a:ea typeface="Aptos"/>
                <a:cs typeface="Aptos"/>
              </a:defRPr>
            </a:pPr>
            <a:r>
              <a:rPr sz="3000" b="0">
                <a:solidFill>
                  <a:srgbClr val="111111"/>
                </a:solidFill>
                <a:latin typeface="Aptos"/>
                <a:ea typeface="Aptos"/>
                <a:cs typeface="Aptos"/>
              </a:rPr>
              <a:t>20</a:t>
            </a:r>
          </a:p>
        </p:txBody>
      </p:sp>
      <p:sp>
        <p:nvSpPr>
          <p:cNvPr id="6" name="Rectangle 5">
            <a:extLst xmlns:a="http://schemas.openxmlformats.org/drawingml/2006/main">
              <a:ext uri="{FF2B5EF4-FFF2-40B4-BE49-F238E27FC236}">
                <a16:creationId xmlns:a16="http://schemas.microsoft.com/office/drawing/2014/main" id="{E3F746D5-B3E2-4500-ADAD-AA510212EC2A}"/>
              </a:ext>
            </a:extLst>
          </p:cNvPr>
          <p:cNvSpPr>
            <a:spLocks xmlns:a="http://schemas.openxmlformats.org/drawingml/2006/main" noGrp="1"/>
          </p:cNvSpPr>
          <p:nvPr/>
        </p:nvSpPr>
        <p:spPr>
          <a:xfrm xmlns:a="http://schemas.openxmlformats.org/drawingml/2006/main">
            <a:off x="2203450" y="3552825"/>
            <a:ext cx="1546225" cy="6762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7" name="Text">
            <a:extLst xmlns:a="http://schemas.openxmlformats.org/drawingml/2006/main">
              <a:ext uri="{FF2B5EF4-FFF2-40B4-BE49-F238E27FC236}">
                <a16:creationId xmlns:a16="http://schemas.microsoft.com/office/drawing/2014/main" id="{46A6A41B-3289-4671-8732-8C72C395D499}"/>
              </a:ext>
            </a:extLst>
          </p:cNvPr>
          <p:cNvSpPr>
            <a:spLocks xmlns:a="http://schemas.openxmlformats.org/drawingml/2006/main" noGrp="1"/>
          </p:cNvSpPr>
          <p:nvPr/>
        </p:nvSpPr>
        <p:spPr>
          <a:xfrm xmlns:a="http://schemas.openxmlformats.org/drawingml/2006/main">
            <a:off x="2222500" y="3552825"/>
            <a:ext cx="1508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00" b="0">
                <a:solidFill>
                  <a:srgbClr val="111111"/>
                </a:solidFill>
                <a:latin typeface="Aptos"/>
                <a:ea typeface="Aptos"/>
                <a:cs typeface="Aptos"/>
              </a:defRPr>
            </a:pPr>
            <a:r>
              <a:rPr sz="3000" b="0">
                <a:solidFill>
                  <a:srgbClr val="111111"/>
                </a:solidFill>
                <a:latin typeface="Aptos"/>
                <a:ea typeface="Aptos"/>
                <a:cs typeface="Aptos"/>
              </a:rPr>
              <a:t>21</a:t>
            </a:r>
          </a:p>
        </p:txBody>
      </p:sp>
      <p:sp>
        <p:nvSpPr>
          <p:cNvPr id="8" name="Rectangle 7">
            <a:extLst xmlns:a="http://schemas.openxmlformats.org/drawingml/2006/main">
              <a:ext uri="{FF2B5EF4-FFF2-40B4-BE49-F238E27FC236}">
                <a16:creationId xmlns:a16="http://schemas.microsoft.com/office/drawing/2014/main" id="{61FB9970-D0BE-4C63-A4A4-CE45E44B198A}"/>
              </a:ext>
            </a:extLst>
          </p:cNvPr>
          <p:cNvSpPr>
            <a:spLocks xmlns:a="http://schemas.openxmlformats.org/drawingml/2006/main" noGrp="1"/>
          </p:cNvSpPr>
          <p:nvPr/>
        </p:nvSpPr>
        <p:spPr>
          <a:xfrm xmlns:a="http://schemas.openxmlformats.org/drawingml/2006/main">
            <a:off x="3806825" y="3552825"/>
            <a:ext cx="1546225" cy="6762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9" name="Text">
            <a:extLst xmlns:a="http://schemas.openxmlformats.org/drawingml/2006/main">
              <a:ext uri="{FF2B5EF4-FFF2-40B4-BE49-F238E27FC236}">
                <a16:creationId xmlns:a16="http://schemas.microsoft.com/office/drawing/2014/main" id="{19476790-1F20-4C3B-821D-9EE21FBA9DEC}"/>
              </a:ext>
            </a:extLst>
          </p:cNvPr>
          <p:cNvSpPr>
            <a:spLocks xmlns:a="http://schemas.openxmlformats.org/drawingml/2006/main" noGrp="1"/>
          </p:cNvSpPr>
          <p:nvPr/>
        </p:nvSpPr>
        <p:spPr>
          <a:xfrm xmlns:a="http://schemas.openxmlformats.org/drawingml/2006/main">
            <a:off x="3825875" y="3552825"/>
            <a:ext cx="1508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00" b="0">
                <a:solidFill>
                  <a:srgbClr val="111111"/>
                </a:solidFill>
                <a:latin typeface="Aptos"/>
                <a:ea typeface="Aptos"/>
                <a:cs typeface="Aptos"/>
              </a:defRPr>
            </a:pPr>
            <a:r>
              <a:rPr sz="3000" b="0">
                <a:solidFill>
                  <a:srgbClr val="111111"/>
                </a:solidFill>
                <a:latin typeface="Aptos"/>
                <a:ea typeface="Aptos"/>
                <a:cs typeface="Aptos"/>
              </a:rPr>
              <a:t>22</a:t>
            </a:r>
          </a:p>
        </p:txBody>
      </p:sp>
      <p:sp>
        <p:nvSpPr>
          <p:cNvPr id="10" name="Text">
            <a:extLst xmlns:a="http://schemas.openxmlformats.org/drawingml/2006/main">
              <a:ext uri="{FF2B5EF4-FFF2-40B4-BE49-F238E27FC236}">
                <a16:creationId xmlns:a16="http://schemas.microsoft.com/office/drawing/2014/main" id="{61D079C3-6C5F-4F42-9B23-467C72F1053A}"/>
              </a:ext>
            </a:extLst>
          </p:cNvPr>
          <p:cNvSpPr>
            <a:spLocks xmlns:a="http://schemas.openxmlformats.org/drawingml/2006/main" noGrp="1"/>
          </p:cNvSpPr>
          <p:nvPr/>
        </p:nvSpPr>
        <p:spPr>
          <a:xfrm xmlns:a="http://schemas.openxmlformats.org/drawingml/2006/main">
            <a:off x="619125" y="4505325"/>
            <a:ext cx="4810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111111"/>
                </a:solidFill>
                <a:latin typeface="Aptos"/>
                <a:ea typeface="Aptos"/>
                <a:cs typeface="Aptos"/>
              </a:defRPr>
            </a:pPr>
            <a:r>
              <a:rPr sz="2400" b="0">
                <a:solidFill>
                  <a:srgbClr val="111111"/>
                </a:solidFill>
                <a:latin typeface="Aptos"/>
                <a:ea typeface="Aptos"/>
                <a:cs typeface="Aptos"/>
              </a:rPr>
              <a:t>Exact mean = 21</a:t>
            </a:r>
          </a:p>
        </p:txBody>
      </p:sp>
      <p:sp>
        <p:nvSpPr>
          <p:cNvPr id="11" name="Text">
            <a:extLst xmlns:a="http://schemas.openxmlformats.org/drawingml/2006/main">
              <a:ext uri="{FF2B5EF4-FFF2-40B4-BE49-F238E27FC236}">
                <a16:creationId xmlns:a16="http://schemas.microsoft.com/office/drawing/2014/main" id="{9CB321AD-C04A-4C44-A826-84ABF810E1FE}"/>
              </a:ext>
            </a:extLst>
          </p:cNvPr>
          <p:cNvSpPr>
            <a:spLocks xmlns:a="http://schemas.openxmlformats.org/drawingml/2006/main" noGrp="1"/>
          </p:cNvSpPr>
          <p:nvPr/>
        </p:nvSpPr>
        <p:spPr>
          <a:xfrm xmlns:a="http://schemas.openxmlformats.org/drawingml/2006/main">
            <a:off x="6553200" y="2924175"/>
            <a:ext cx="5000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11111"/>
                </a:solidFill>
                <a:latin typeface="Aptos"/>
                <a:ea typeface="Aptos"/>
                <a:cs typeface="Aptos"/>
              </a:defRPr>
            </a:pPr>
            <a:r>
              <a:rPr sz="2325" b="1">
                <a:solidFill>
                  <a:srgbClr val="111111"/>
                </a:solidFill>
                <a:latin typeface="Aptos"/>
                <a:ea typeface="Aptos"/>
                <a:cs typeface="Aptos"/>
              </a:rPr>
              <a:t>Another possible set</a:t>
            </a:r>
          </a:p>
        </p:txBody>
      </p:sp>
      <p:sp>
        <p:nvSpPr>
          <p:cNvPr id="12" name="Rectangle 11">
            <a:extLst xmlns:a="http://schemas.openxmlformats.org/drawingml/2006/main">
              <a:ext uri="{FF2B5EF4-FFF2-40B4-BE49-F238E27FC236}">
                <a16:creationId xmlns:a16="http://schemas.microsoft.com/office/drawing/2014/main" id="{786016BA-6731-4F87-A7E0-AA64C1B4D7AD}"/>
              </a:ext>
            </a:extLst>
          </p:cNvPr>
          <p:cNvSpPr>
            <a:spLocks xmlns:a="http://schemas.openxmlformats.org/drawingml/2006/main" noGrp="1"/>
          </p:cNvSpPr>
          <p:nvPr/>
        </p:nvSpPr>
        <p:spPr>
          <a:xfrm xmlns:a="http://schemas.openxmlformats.org/drawingml/2006/main">
            <a:off x="6534150" y="3552825"/>
            <a:ext cx="1616075" cy="6762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3" name="Text">
            <a:extLst xmlns:a="http://schemas.openxmlformats.org/drawingml/2006/main">
              <a:ext uri="{FF2B5EF4-FFF2-40B4-BE49-F238E27FC236}">
                <a16:creationId xmlns:a16="http://schemas.microsoft.com/office/drawing/2014/main" id="{8C8174AE-EA93-48D9-8EB3-14B972E9ADE1}"/>
              </a:ext>
            </a:extLst>
          </p:cNvPr>
          <p:cNvSpPr>
            <a:spLocks xmlns:a="http://schemas.openxmlformats.org/drawingml/2006/main" noGrp="1"/>
          </p:cNvSpPr>
          <p:nvPr/>
        </p:nvSpPr>
        <p:spPr>
          <a:xfrm xmlns:a="http://schemas.openxmlformats.org/drawingml/2006/main">
            <a:off x="6553200" y="3552825"/>
            <a:ext cx="1577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00" b="0">
                <a:solidFill>
                  <a:srgbClr val="111111"/>
                </a:solidFill>
                <a:latin typeface="Aptos"/>
                <a:ea typeface="Aptos"/>
                <a:cs typeface="Aptos"/>
              </a:defRPr>
            </a:pPr>
            <a:r>
              <a:rPr sz="3000" b="0">
                <a:solidFill>
                  <a:srgbClr val="111111"/>
                </a:solidFill>
                <a:latin typeface="Aptos"/>
                <a:ea typeface="Aptos"/>
                <a:cs typeface="Aptos"/>
              </a:rPr>
              <a:t>27</a:t>
            </a:r>
          </a:p>
        </p:txBody>
      </p:sp>
      <p:sp>
        <p:nvSpPr>
          <p:cNvPr id="14" name="Rectangle 13">
            <a:extLst xmlns:a="http://schemas.openxmlformats.org/drawingml/2006/main">
              <a:ext uri="{FF2B5EF4-FFF2-40B4-BE49-F238E27FC236}">
                <a16:creationId xmlns:a16="http://schemas.microsoft.com/office/drawing/2014/main" id="{C3EDB4CE-E4DF-47CF-A2D3-AB4FCD77A86E}"/>
              </a:ext>
            </a:extLst>
          </p:cNvPr>
          <p:cNvSpPr>
            <a:spLocks xmlns:a="http://schemas.openxmlformats.org/drawingml/2006/main" noGrp="1"/>
          </p:cNvSpPr>
          <p:nvPr/>
        </p:nvSpPr>
        <p:spPr>
          <a:xfrm xmlns:a="http://schemas.openxmlformats.org/drawingml/2006/main">
            <a:off x="8207375" y="3552825"/>
            <a:ext cx="1616075" cy="6762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5" name="Text">
            <a:extLst xmlns:a="http://schemas.openxmlformats.org/drawingml/2006/main">
              <a:ext uri="{FF2B5EF4-FFF2-40B4-BE49-F238E27FC236}">
                <a16:creationId xmlns:a16="http://schemas.microsoft.com/office/drawing/2014/main" id="{605F844F-FBDF-4C9B-B890-F203065C2A0A}"/>
              </a:ext>
            </a:extLst>
          </p:cNvPr>
          <p:cNvSpPr>
            <a:spLocks xmlns:a="http://schemas.openxmlformats.org/drawingml/2006/main" noGrp="1"/>
          </p:cNvSpPr>
          <p:nvPr/>
        </p:nvSpPr>
        <p:spPr>
          <a:xfrm xmlns:a="http://schemas.openxmlformats.org/drawingml/2006/main">
            <a:off x="8226425" y="3552825"/>
            <a:ext cx="1577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00" b="0">
                <a:solidFill>
                  <a:srgbClr val="111111"/>
                </a:solidFill>
                <a:latin typeface="Aptos"/>
                <a:ea typeface="Aptos"/>
                <a:cs typeface="Aptos"/>
              </a:defRPr>
            </a:pPr>
            <a:r>
              <a:rPr sz="3000" b="0">
                <a:solidFill>
                  <a:srgbClr val="111111"/>
                </a:solidFill>
                <a:latin typeface="Aptos"/>
                <a:ea typeface="Aptos"/>
                <a:cs typeface="Aptos"/>
              </a:rPr>
              <a:t>28</a:t>
            </a:r>
          </a:p>
        </p:txBody>
      </p:sp>
      <p:sp>
        <p:nvSpPr>
          <p:cNvPr id="16" name="Rectangle 15">
            <a:extLst xmlns:a="http://schemas.openxmlformats.org/drawingml/2006/main">
              <a:ext uri="{FF2B5EF4-FFF2-40B4-BE49-F238E27FC236}">
                <a16:creationId xmlns:a16="http://schemas.microsoft.com/office/drawing/2014/main" id="{3CB8954C-A76E-49B4-9861-14A9226EEC1D}"/>
              </a:ext>
            </a:extLst>
          </p:cNvPr>
          <p:cNvSpPr>
            <a:spLocks xmlns:a="http://schemas.openxmlformats.org/drawingml/2006/main" noGrp="1"/>
          </p:cNvSpPr>
          <p:nvPr/>
        </p:nvSpPr>
        <p:spPr>
          <a:xfrm xmlns:a="http://schemas.openxmlformats.org/drawingml/2006/main">
            <a:off x="9880600" y="3552825"/>
            <a:ext cx="1616075" cy="67627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7" name="Text">
            <a:extLst xmlns:a="http://schemas.openxmlformats.org/drawingml/2006/main">
              <a:ext uri="{FF2B5EF4-FFF2-40B4-BE49-F238E27FC236}">
                <a16:creationId xmlns:a16="http://schemas.microsoft.com/office/drawing/2014/main" id="{66C70FE0-88A9-44C1-AC2B-BCBD47D64142}"/>
              </a:ext>
            </a:extLst>
          </p:cNvPr>
          <p:cNvSpPr>
            <a:spLocks xmlns:a="http://schemas.openxmlformats.org/drawingml/2006/main" noGrp="1"/>
          </p:cNvSpPr>
          <p:nvPr/>
        </p:nvSpPr>
        <p:spPr>
          <a:xfrm xmlns:a="http://schemas.openxmlformats.org/drawingml/2006/main">
            <a:off x="9899650" y="3552825"/>
            <a:ext cx="15779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3000" b="0">
                <a:solidFill>
                  <a:srgbClr val="111111"/>
                </a:solidFill>
                <a:latin typeface="Aptos"/>
                <a:ea typeface="Aptos"/>
                <a:cs typeface="Aptos"/>
              </a:defRPr>
            </a:pPr>
            <a:r>
              <a:rPr sz="3000" b="0">
                <a:solidFill>
                  <a:srgbClr val="111111"/>
                </a:solidFill>
                <a:latin typeface="Aptos"/>
                <a:ea typeface="Aptos"/>
                <a:cs typeface="Aptos"/>
              </a:rPr>
              <a:t>29</a:t>
            </a:r>
          </a:p>
        </p:txBody>
      </p:sp>
      <p:sp>
        <p:nvSpPr>
          <p:cNvPr id="18" name="Text">
            <a:extLst xmlns:a="http://schemas.openxmlformats.org/drawingml/2006/main">
              <a:ext uri="{FF2B5EF4-FFF2-40B4-BE49-F238E27FC236}">
                <a16:creationId xmlns:a16="http://schemas.microsoft.com/office/drawing/2014/main" id="{01CAC183-1F91-4D08-BC74-C522C0F94E8C}"/>
              </a:ext>
            </a:extLst>
          </p:cNvPr>
          <p:cNvSpPr>
            <a:spLocks xmlns:a="http://schemas.openxmlformats.org/drawingml/2006/main" noGrp="1"/>
          </p:cNvSpPr>
          <p:nvPr/>
        </p:nvSpPr>
        <p:spPr>
          <a:xfrm xmlns:a="http://schemas.openxmlformats.org/drawingml/2006/main">
            <a:off x="6553200" y="4505325"/>
            <a:ext cx="50196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111111"/>
                </a:solidFill>
                <a:latin typeface="Aptos"/>
                <a:ea typeface="Aptos"/>
                <a:cs typeface="Aptos"/>
              </a:defRPr>
            </a:pPr>
            <a:r>
              <a:rPr sz="2400" b="0">
                <a:solidFill>
                  <a:srgbClr val="111111"/>
                </a:solidFill>
                <a:latin typeface="Aptos"/>
                <a:ea typeface="Aptos"/>
                <a:cs typeface="Aptos"/>
              </a:rPr>
              <a:t>Exact mean = 28</a:t>
            </a:r>
          </a:p>
        </p:txBody>
      </p:sp>
      <p:sp>
        <p:nvSpPr>
          <p:cNvPr id="19" name="Text">
            <a:extLst xmlns:a="http://schemas.openxmlformats.org/drawingml/2006/main">
              <a:ext uri="{FF2B5EF4-FFF2-40B4-BE49-F238E27FC236}">
                <a16:creationId xmlns:a16="http://schemas.microsoft.com/office/drawing/2014/main" id="{299405A9-66C5-4F37-86BB-A77F1111CD8D}"/>
              </a:ext>
            </a:extLst>
          </p:cNvPr>
          <p:cNvSpPr>
            <a:spLocks xmlns:a="http://schemas.openxmlformats.org/drawingml/2006/main" noGrp="1"/>
          </p:cNvSpPr>
          <p:nvPr/>
        </p:nvSpPr>
        <p:spPr>
          <a:xfrm xmlns:a="http://schemas.openxmlformats.org/drawingml/2006/main">
            <a:off x="619125" y="5191125"/>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11111"/>
                </a:solidFill>
                <a:latin typeface="Aptos"/>
                <a:ea typeface="Aptos"/>
                <a:cs typeface="Aptos"/>
              </a:defRPr>
            </a:pPr>
            <a:r>
              <a:rPr sz="2625" b="1">
                <a:solidFill>
                  <a:srgbClr val="111111"/>
                </a:solidFill>
                <a:latin typeface="Aptos"/>
                <a:ea typeface="Aptos"/>
                <a:cs typeface="Aptos"/>
              </a:rPr>
              <a:t>Both reports say: class 20 ≤ x &lt; 30, frequency 3.</a:t>
            </a:r>
          </a:p>
        </p:txBody>
      </p:sp>
      <p:sp>
        <p:nvSpPr>
          <p:cNvPr id="20" name="Text">
            <a:extLst xmlns:a="http://schemas.openxmlformats.org/drawingml/2006/main">
              <a:ext uri="{FF2B5EF4-FFF2-40B4-BE49-F238E27FC236}">
                <a16:creationId xmlns:a16="http://schemas.microsoft.com/office/drawing/2014/main" id="{90D3A055-6F1B-4789-B2B7-00AE2467F3C1}"/>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If we only have the grouped report, the midpoint 25 gives a representative estimate.</a:t>
            </a:r>
          </a:p>
        </p:txBody>
      </p:sp>
    </p:spTree>
    <p:extLst>
      <p:ext uri="{BB962C8B-B14F-4D97-AF65-F5344CB8AC3E}">
        <p14:creationId xmlns:p14="http://schemas.microsoft.com/office/powerpoint/2010/main" val="503049942"/>
      </p:ext>
    </p:extLst>
  </p:cSld>
</p:sld>
</file>

<file path=ppt/slides/slide33.xml><?xml version="1.0" encoding="utf-8"?>
<p:sld xmlns:p="http://schemas.openxmlformats.org/presentationml/2006/main">
  <p:cSld>
    <p:spTree>
      <p:nvGrpSpPr>
        <p:cNvPr id="1" name=""/>
        <p:cNvGrpSpPr/>
        <p:nvPr/>
      </p:nvGrpSpPr>
      <p:grpSpPr>
        <a:xfrm xmlns:a="http://schemas.openxmlformats.org/drawingml/2006/main"/>
      </p:grpSpPr>
      <p:sp>
        <p:nvSpPr>
          <p:cNvPr id="11" name="Slide title">
            <a:extLst xmlns:a="http://schemas.openxmlformats.org/drawingml/2006/main">
              <a:ext uri="{FF2B5EF4-FFF2-40B4-BE49-F238E27FC236}">
                <a16:creationId xmlns:a16="http://schemas.microsoft.com/office/drawing/2014/main" id="{700EE74C-4D66-41A4-A4ED-02ACDC60A47F}"/>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estimated-mean calculation</a:t>
            </a:r>
          </a:p>
        </p:txBody>
      </p:sp>
      <p:sp>
        <p:nvSpPr>
          <p:cNvPr id="2" name="Text">
            <a:extLst xmlns:a="http://schemas.openxmlformats.org/drawingml/2006/main">
              <a:ext uri="{FF2B5EF4-FFF2-40B4-BE49-F238E27FC236}">
                <a16:creationId xmlns:a16="http://schemas.microsoft.com/office/drawing/2014/main" id="{C5C381A1-ACD6-4900-88F7-C22169BE6EC8}"/>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Use each midpoint once for every observation in its class.</a:t>
            </a:r>
          </a:p>
        </p:txBody>
      </p:sp>
      <p:sp>
        <p:nvSpPr>
          <p:cNvPr id="3" name="Text">
            <a:extLst xmlns:a="http://schemas.openxmlformats.org/drawingml/2006/main">
              <a:ext uri="{FF2B5EF4-FFF2-40B4-BE49-F238E27FC236}">
                <a16:creationId xmlns:a16="http://schemas.microsoft.com/office/drawing/2014/main" id="{24641158-A6E2-4AFD-AE43-E0A044FAAFB9}"/>
              </a:ext>
            </a:extLst>
          </p:cNvPr>
          <p:cNvSpPr>
            <a:spLocks xmlns:a="http://schemas.openxmlformats.org/drawingml/2006/main" noGrp="1"/>
          </p:cNvSpPr>
          <p:nvPr/>
        </p:nvSpPr>
        <p:spPr>
          <a:xfrm xmlns:a="http://schemas.openxmlformats.org/drawingml/2006/main">
            <a:off x="619125" y="3114675"/>
            <a:ext cx="190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4725" b="0">
                <a:solidFill>
                  <a:srgbClr val="111111"/>
                </a:solidFill>
                <a:latin typeface="Aptos"/>
                <a:ea typeface="Aptos"/>
                <a:cs typeface="Aptos"/>
              </a:defRPr>
            </a:pPr>
            <a:r>
              <a:rPr sz="4725" b="0">
                <a:solidFill>
                  <a:srgbClr val="111111"/>
                </a:solidFill>
                <a:latin typeface="Aptos"/>
                <a:ea typeface="Aptos"/>
                <a:cs typeface="Aptos"/>
              </a:rPr>
              <a:t>x̄ ≈</a:t>
            </a:r>
          </a:p>
        </p:txBody>
      </p:sp>
      <p:sp>
        <p:nvSpPr>
          <p:cNvPr id="4" name="Text">
            <a:extLst xmlns:a="http://schemas.openxmlformats.org/drawingml/2006/main">
              <a:ext uri="{FF2B5EF4-FFF2-40B4-BE49-F238E27FC236}">
                <a16:creationId xmlns:a16="http://schemas.microsoft.com/office/drawing/2014/main" id="{C78F8474-E1AE-47D5-BF94-54818987AFFE}"/>
              </a:ext>
            </a:extLst>
          </p:cNvPr>
          <p:cNvSpPr>
            <a:spLocks xmlns:a="http://schemas.openxmlformats.org/drawingml/2006/main" noGrp="1"/>
          </p:cNvSpPr>
          <p:nvPr/>
        </p:nvSpPr>
        <p:spPr>
          <a:xfrm xmlns:a="http://schemas.openxmlformats.org/drawingml/2006/main">
            <a:off x="2447925" y="2981325"/>
            <a:ext cx="2333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825" b="0">
                <a:solidFill>
                  <a:srgbClr val="111111"/>
                </a:solidFill>
                <a:latin typeface="Aptos"/>
                <a:ea typeface="Aptos"/>
                <a:cs typeface="Aptos"/>
              </a:defRPr>
            </a:pPr>
            <a:r>
              <a:rPr sz="3825" b="0">
                <a:solidFill>
                  <a:srgbClr val="111111"/>
                </a:solidFill>
                <a:latin typeface="Aptos"/>
                <a:ea typeface="Aptos"/>
                <a:cs typeface="Aptos"/>
              </a:rPr>
              <a:t>Σ(fm)</a:t>
            </a:r>
          </a:p>
        </p:txBody>
      </p:sp>
      <p:sp>
        <p:nvSpPr>
          <p:cNvPr id="5" name="Freeform 4">
            <a:extLst xmlns:a="http://schemas.openxmlformats.org/drawingml/2006/main">
              <a:ext uri="{FF2B5EF4-FFF2-40B4-BE49-F238E27FC236}">
                <a16:creationId xmlns:a16="http://schemas.microsoft.com/office/drawing/2014/main" id="{7D277768-98C0-40C4-BF4F-7C0D862A9095}"/>
              </a:ext>
            </a:extLst>
          </p:cNvPr>
          <p:cNvSpPr>
            <a:spLocks xmlns:a="http://schemas.openxmlformats.org/drawingml/2006/main" noGrp="1"/>
          </p:cNvSpPr>
          <p:nvPr/>
        </p:nvSpPr>
        <p:spPr>
          <a:xfrm xmlns:a="http://schemas.openxmlformats.org/drawingml/2006/main">
            <a:off x="2447925" y="3543300"/>
            <a:ext cx="2333625" cy="953"/>
          </a:xfrm>
          <a:custGeom xmlns:a="http://schemas.openxmlformats.org/drawingml/2006/main">
            <a:rect l="0" t="0" r="0" b="0"/>
            <a:pathLst>
              <a:path w="2333625" h="953">
                <a:moveTo>
                  <a:pt x="0" y="0"/>
                </a:moveTo>
                <a:lnTo>
                  <a:pt x="2333625"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38DA469C-4975-49F9-9ED7-EAEF838AEA43}"/>
              </a:ext>
            </a:extLst>
          </p:cNvPr>
          <p:cNvSpPr>
            <a:spLocks xmlns:a="http://schemas.openxmlformats.org/drawingml/2006/main" noGrp="1"/>
          </p:cNvSpPr>
          <p:nvPr/>
        </p:nvSpPr>
        <p:spPr>
          <a:xfrm xmlns:a="http://schemas.openxmlformats.org/drawingml/2006/main">
            <a:off x="2447925" y="3609975"/>
            <a:ext cx="2333625"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825" b="0">
                <a:solidFill>
                  <a:srgbClr val="111111"/>
                </a:solidFill>
                <a:latin typeface="Aptos"/>
                <a:ea typeface="Aptos"/>
                <a:cs typeface="Aptos"/>
              </a:defRPr>
            </a:pPr>
            <a:r>
              <a:rPr sz="3825" b="0">
                <a:solidFill>
                  <a:srgbClr val="111111"/>
                </a:solidFill>
                <a:latin typeface="Aptos"/>
                <a:ea typeface="Aptos"/>
                <a:cs typeface="Aptos"/>
              </a:rPr>
              <a:t>n</a:t>
            </a:r>
          </a:p>
        </p:txBody>
      </p:sp>
      <p:sp>
        <p:nvSpPr>
          <p:cNvPr id="7" name="Text">
            <a:extLst xmlns:a="http://schemas.openxmlformats.org/drawingml/2006/main">
              <a:ext uri="{FF2B5EF4-FFF2-40B4-BE49-F238E27FC236}">
                <a16:creationId xmlns:a16="http://schemas.microsoft.com/office/drawing/2014/main" id="{724C71A2-C172-4BD1-8459-12B7FB24DFF7}"/>
              </a:ext>
            </a:extLst>
          </p:cNvPr>
          <p:cNvSpPr>
            <a:spLocks xmlns:a="http://schemas.openxmlformats.org/drawingml/2006/main" noGrp="1"/>
          </p:cNvSpPr>
          <p:nvPr/>
        </p:nvSpPr>
        <p:spPr>
          <a:xfrm xmlns:a="http://schemas.openxmlformats.org/drawingml/2006/main">
            <a:off x="619125" y="4781550"/>
            <a:ext cx="533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First class: two sessions</a:t>
            </a:r>
          </a:p>
        </p:txBody>
      </p:sp>
      <p:sp>
        <p:nvSpPr>
          <p:cNvPr id="8" name="Text">
            <a:extLst xmlns:a="http://schemas.openxmlformats.org/drawingml/2006/main">
              <a:ext uri="{FF2B5EF4-FFF2-40B4-BE49-F238E27FC236}">
                <a16:creationId xmlns:a16="http://schemas.microsoft.com/office/drawing/2014/main" id="{DE2E815D-792B-4CDE-9DD9-5A82F6D11107}"/>
              </a:ext>
            </a:extLst>
          </p:cNvPr>
          <p:cNvSpPr>
            <a:spLocks xmlns:a="http://schemas.openxmlformats.org/drawingml/2006/main" noGrp="1"/>
          </p:cNvSpPr>
          <p:nvPr/>
        </p:nvSpPr>
        <p:spPr>
          <a:xfrm xmlns:a="http://schemas.openxmlformats.org/drawingml/2006/main">
            <a:off x="619125" y="530542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D6171D"/>
                </a:solidFill>
                <a:latin typeface="Aptos"/>
                <a:ea typeface="Aptos"/>
                <a:cs typeface="Aptos"/>
              </a:defRPr>
            </a:pPr>
            <a:r>
              <a:rPr sz="3300" b="1">
                <a:solidFill>
                  <a:srgbClr val="D6171D"/>
                </a:solidFill>
                <a:latin typeface="Aptos"/>
                <a:ea typeface="Aptos"/>
                <a:cs typeface="Aptos"/>
              </a:rPr>
              <a:t>2 × 15 = 30</a:t>
            </a:r>
          </a:p>
        </p:txBody>
      </p:sp>
      <p:sp>
        <p:nvSpPr>
          <p:cNvPr id="9" name="Text">
            <a:extLst xmlns:a="http://schemas.openxmlformats.org/drawingml/2006/main">
              <a:ext uri="{FF2B5EF4-FFF2-40B4-BE49-F238E27FC236}">
                <a16:creationId xmlns:a16="http://schemas.microsoft.com/office/drawing/2014/main" id="{01CFDC13-B5D0-4E8E-BF89-840D52B4F60F}"/>
              </a:ext>
            </a:extLst>
          </p:cNvPr>
          <p:cNvSpPr>
            <a:spLocks xmlns:a="http://schemas.openxmlformats.org/drawingml/2006/main" noGrp="1"/>
          </p:cNvSpPr>
          <p:nvPr/>
        </p:nvSpPr>
        <p:spPr>
          <a:xfrm xmlns:a="http://schemas.openxmlformats.org/drawingml/2006/main">
            <a:off x="6543675" y="2905125"/>
            <a:ext cx="5048250" cy="2781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x̄ = sample mean</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 = approximately equal to</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f = frequency</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m = class midpoint</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Σ = add all the products</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n = number of sessions (= 25)</a:t>
            </a:r>
          </a:p>
        </p:txBody>
      </p:sp>
      <p:sp>
        <p:nvSpPr>
          <p:cNvPr id="10" name="Text">
            <a:extLst xmlns:a="http://schemas.openxmlformats.org/drawingml/2006/main">
              <a:ext uri="{FF2B5EF4-FFF2-40B4-BE49-F238E27FC236}">
                <a16:creationId xmlns:a16="http://schemas.microsoft.com/office/drawing/2014/main" id="{6A4299EA-8A87-4463-9594-27831BE12801}"/>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fm means f × m. We are estimating the mean sign-ups per session.</a:t>
            </a:r>
          </a:p>
        </p:txBody>
      </p:sp>
    </p:spTree>
    <p:extLst>
      <p:ext uri="{BB962C8B-B14F-4D97-AF65-F5344CB8AC3E}">
        <p14:creationId xmlns:p14="http://schemas.microsoft.com/office/powerpoint/2010/main" val="1215496272"/>
      </p:ext>
    </p:extLst>
  </p:cSld>
</p:sld>
</file>

<file path=ppt/slides/slide34.xml><?xml version="1.0" encoding="utf-8"?>
<p:sld xmlns:p="http://schemas.openxmlformats.org/presentationml/2006/main">
  <p:cSld>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76627690-2C8E-4DBD-AF18-00B8DF99C8FA}"/>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Estimate sign-ups per session</a:t>
            </a:r>
          </a:p>
        </p:txBody>
      </p:sp>
      <p:sp>
        <p:nvSpPr>
          <p:cNvPr id="2" name="Text">
            <a:extLst xmlns:a="http://schemas.openxmlformats.org/drawingml/2006/main">
              <a:ext uri="{FF2B5EF4-FFF2-40B4-BE49-F238E27FC236}">
                <a16:creationId xmlns:a16="http://schemas.microsoft.com/office/drawing/2014/main" id="{11F5DB35-D7A7-46F3-96FD-60A76678BE5B}"/>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Complete the products, add them, then divide by 25.</a:t>
            </a:r>
          </a:p>
        </p:txBody>
      </p:sp>
      <p:sp>
        <p:nvSpPr>
          <p:cNvPr id="3" name="Rectangle 2">
            <a:extLst xmlns:a="http://schemas.openxmlformats.org/drawingml/2006/main">
              <a:ext uri="{FF2B5EF4-FFF2-40B4-BE49-F238E27FC236}">
                <a16:creationId xmlns:a16="http://schemas.microsoft.com/office/drawing/2014/main" id="{503E0270-8F0C-4977-B6D0-D19C21462651}"/>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84AFC5AA-7BF8-4242-BE13-61838827E1BB}"/>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A5</a:t>
            </a:r>
          </a:p>
        </p:txBody>
      </p:sp>
      <p:graphicFrame>
        <p:nvGraphicFramePr>
          <p:cNvPr id="18" name="Table 15"/>
          <p:cNvGraphicFramePr/>
          <p:nvPr/>
        </p:nvGraphicFramePr>
        <p:xfrm>
          <a:off xmlns:a="http://schemas.openxmlformats.org/drawingml/2006/main" x="619125" y="2857500"/>
          <a:ext xmlns:a="http://schemas.openxmlformats.org/drawingml/2006/main" cx="7810500" cy="2857500"/>
        </p:xfrm>
        <a:graphic xmlns:a="http://schemas.openxmlformats.org/drawingml/2006/main">
          <a:graphicData uri="http://schemas.openxmlformats.org/drawingml/2006/table">
            <a:tbl>
              <a:tblPr firstRow="1"/>
              <a:tblGrid>
                <a:gridCol w="3381375"/>
                <a:gridCol w="1190625"/>
                <a:gridCol w="1428750"/>
                <a:gridCol w="1809750"/>
              </a:tblGrid>
              <a:tr h="476250">
                <a:tc>
                  <a:txBody>
                    <a:bodyPr/>
                    <a:lstStyle/>
                    <a:p>
                      <a:pPr algn="l">
                        <a:buNone/>
                      </a:pPr>
                      <a:r>
                        <a:rPr sz="2175" b="1">
                          <a:solidFill>
                            <a:srgbClr val="FFFFFF"/>
                          </a:solidFill>
                          <a:latin typeface="Aptos"/>
                          <a:ea typeface="Aptos"/>
                          <a:cs typeface="Aptos"/>
                        </a:rPr>
                        <a:t>Sign-ups</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f</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m</a:t>
                      </a:r>
                    </a:p>
                  </a:txBody>
                  <a:tcPr marL="91440" marR="91440" marT="45720" marB="45720" anchor="ctr">
                    <a:solidFill>
                      <a:srgbClr val="D6171D"/>
                    </a:solidFill>
                  </a:tcPr>
                </a:tc>
                <a:tc>
                  <a:txBody>
                    <a:bodyPr/>
                    <a:lstStyle/>
                    <a:p>
                      <a:pPr algn="ctr">
                        <a:buNone/>
                      </a:pPr>
                      <a:r>
                        <a:rPr sz="2175" b="1">
                          <a:solidFill>
                            <a:srgbClr val="FFFFFF"/>
                          </a:solidFill>
                          <a:latin typeface="Aptos"/>
                          <a:ea typeface="Aptos"/>
                          <a:cs typeface="Aptos"/>
                        </a:rPr>
                        <a:t>f × m</a:t>
                      </a:r>
                    </a:p>
                  </a:txBody>
                  <a:tcPr marL="91440" marR="91440" marT="45720" marB="45720" anchor="ctr">
                    <a:solidFill>
                      <a:srgbClr val="D6171D"/>
                    </a:solidFill>
                  </a:tcPr>
                </a:tc>
              </a:tr>
              <a:tr h="476250">
                <a:tc>
                  <a:txBody>
                    <a:bodyPr/>
                    <a:lstStyle/>
                    <a:p>
                      <a:pPr algn="l">
                        <a:buNone/>
                      </a:pPr>
                      <a:r>
                        <a:rPr sz="2175" b="0">
                          <a:solidFill>
                            <a:srgbClr val="111111"/>
                          </a:solidFill>
                          <a:latin typeface="Aptos"/>
                          <a:ea typeface="Aptos"/>
                          <a:cs typeface="Aptos"/>
                        </a:rPr>
                        <a:t>10 ≤ x &lt; 20</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2</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15</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30</a:t>
                      </a:r>
                    </a:p>
                  </a:txBody>
                  <a:tcPr marL="91440" marR="91440" marT="45720" marB="45720" anchor="ctr">
                    <a:solidFill>
                      <a:srgbClr val="FFFFFF"/>
                    </a:solidFill>
                  </a:tcPr>
                </a:tc>
              </a:tr>
              <a:tr h="476250">
                <a:tc>
                  <a:txBody>
                    <a:bodyPr/>
                    <a:lstStyle/>
                    <a:p>
                      <a:pPr algn="l">
                        <a:buNone/>
                      </a:pPr>
                      <a:r>
                        <a:rPr sz="2175" b="0">
                          <a:solidFill>
                            <a:srgbClr val="111111"/>
                          </a:solidFill>
                          <a:latin typeface="Aptos"/>
                          <a:ea typeface="Aptos"/>
                          <a:cs typeface="Aptos"/>
                        </a:rPr>
                        <a:t>20 ≤ x &lt; 30</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7</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25</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476250">
                <a:tc>
                  <a:txBody>
                    <a:bodyPr/>
                    <a:lstStyle/>
                    <a:p>
                      <a:pPr algn="l">
                        <a:buNone/>
                      </a:pPr>
                      <a:r>
                        <a:rPr sz="2175" b="0">
                          <a:solidFill>
                            <a:srgbClr val="111111"/>
                          </a:solidFill>
                          <a:latin typeface="Aptos"/>
                          <a:ea typeface="Aptos"/>
                          <a:cs typeface="Aptos"/>
                        </a:rPr>
                        <a:t>30 ≤ x &lt; 40</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10</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35</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r h="476250">
                <a:tc>
                  <a:txBody>
                    <a:bodyPr/>
                    <a:lstStyle/>
                    <a:p>
                      <a:pPr algn="l">
                        <a:buNone/>
                      </a:pPr>
                      <a:r>
                        <a:rPr sz="2175" b="0">
                          <a:solidFill>
                            <a:srgbClr val="111111"/>
                          </a:solidFill>
                          <a:latin typeface="Aptos"/>
                          <a:ea typeface="Aptos"/>
                          <a:cs typeface="Aptos"/>
                        </a:rPr>
                        <a:t>40 ≤ x &lt; 50</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6</a:t>
                      </a:r>
                    </a:p>
                  </a:txBody>
                  <a:tcPr marL="91440" marR="91440" marT="45720" marB="45720" anchor="ctr">
                    <a:solidFill>
                      <a:srgbClr val="EEF8FE"/>
                    </a:solidFill>
                  </a:tcPr>
                </a:tc>
                <a:tc>
                  <a:txBody>
                    <a:bodyPr/>
                    <a:lstStyle/>
                    <a:p>
                      <a:pPr algn="ctr">
                        <a:buNone/>
                      </a:pPr>
                      <a:r>
                        <a:rPr sz="2175" b="0">
                          <a:solidFill>
                            <a:srgbClr val="111111"/>
                          </a:solidFill>
                          <a:latin typeface="Aptos"/>
                          <a:ea typeface="Aptos"/>
                          <a:cs typeface="Aptos"/>
                        </a:rPr>
                        <a:t>45</a:t>
                      </a:r>
                    </a:p>
                  </a:txBody>
                  <a:tcPr marL="91440" marR="91440" marT="45720" marB="45720" anchor="ctr">
                    <a:solidFill>
                      <a:srgbClr val="EEF8FE"/>
                    </a:solidFill>
                  </a:tcPr>
                </a:tc>
                <a:tc>
                  <a:txBody>
                    <a:bodyPr/>
                    <a:lstStyle/>
                    <a:p>
                      <a:endParaRPr/>
                    </a:p>
                  </a:txBody>
                  <a:tcPr marL="91440" marR="91440" marT="45720" marB="45720" anchor="ctr">
                    <a:solidFill>
                      <a:srgbClr val="EEF8FE"/>
                    </a:solidFill>
                  </a:tcPr>
                </a:tc>
              </a:tr>
              <a:tr h="476250">
                <a:tc>
                  <a:txBody>
                    <a:bodyPr/>
                    <a:lstStyle/>
                    <a:p>
                      <a:pPr algn="l">
                        <a:buNone/>
                      </a:pPr>
                      <a:r>
                        <a:rPr sz="2175" b="0">
                          <a:solidFill>
                            <a:srgbClr val="111111"/>
                          </a:solidFill>
                          <a:latin typeface="Aptos"/>
                          <a:ea typeface="Aptos"/>
                          <a:cs typeface="Aptos"/>
                        </a:rPr>
                        <a:t>Total</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25</a:t>
                      </a:r>
                    </a:p>
                  </a:txBody>
                  <a:tcPr marL="91440" marR="91440" marT="45720" marB="45720" anchor="ctr">
                    <a:solidFill>
                      <a:srgbClr val="FFFFFF"/>
                    </a:solidFill>
                  </a:tcPr>
                </a:tc>
                <a:tc>
                  <a:txBody>
                    <a:bodyPr/>
                    <a:lstStyle/>
                    <a:p>
                      <a:pPr algn="ctr">
                        <a:buNone/>
                      </a:pPr>
                      <a:r>
                        <a:rPr sz="2175" b="0">
                          <a:solidFill>
                            <a:srgbClr val="111111"/>
                          </a:solidFill>
                          <a:latin typeface="Aptos"/>
                          <a:ea typeface="Aptos"/>
                          <a:cs typeface="Aptos"/>
                        </a:rPr>
                        <a:t>—</a:t>
                      </a:r>
                    </a:p>
                  </a:txBody>
                  <a:tcPr marL="91440" marR="91440" marT="45720" marB="45720" anchor="ctr">
                    <a:solidFill>
                      <a:srgbClr val="FFFFFF"/>
                    </a:solidFill>
                  </a:tcPr>
                </a:tc>
                <a:tc>
                  <a:txBody>
                    <a:bodyPr/>
                    <a:lstStyle/>
                    <a:p>
                      <a:endParaRP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0348498E-8F04-46CF-ABE5-345F7EF7A68B}"/>
              </a:ext>
            </a:extLst>
          </p:cNvPr>
          <p:cNvSpPr>
            <a:spLocks xmlns:a="http://schemas.openxmlformats.org/drawingml/2006/main" noGrp="1"/>
          </p:cNvSpPr>
          <p:nvPr/>
        </p:nvSpPr>
        <p:spPr>
          <a:xfrm xmlns:a="http://schemas.openxmlformats.org/drawingml/2006/main">
            <a:off x="8858250" y="3019425"/>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1">
                <a:solidFill>
                  <a:srgbClr val="111111"/>
                </a:solidFill>
                <a:latin typeface="Aptos"/>
                <a:ea typeface="Aptos"/>
                <a:cs typeface="Aptos"/>
              </a:defRPr>
            </a:pPr>
            <a:r>
              <a:rPr sz="2250" b="1">
                <a:solidFill>
                  <a:srgbClr val="111111"/>
                </a:solidFill>
                <a:latin typeface="Aptos"/>
                <a:ea typeface="Aptos"/>
                <a:cs typeface="Aptos"/>
              </a:rPr>
              <a:t>Estimated mean</a:t>
            </a:r>
          </a:p>
        </p:txBody>
      </p:sp>
      <p:sp>
        <p:nvSpPr>
          <p:cNvPr id="7" name="Text">
            <a:extLst xmlns:a="http://schemas.openxmlformats.org/drawingml/2006/main">
              <a:ext uri="{FF2B5EF4-FFF2-40B4-BE49-F238E27FC236}">
                <a16:creationId xmlns:a16="http://schemas.microsoft.com/office/drawing/2014/main" id="{0C21272E-8226-44EA-A74B-8675BC6D130F}"/>
              </a:ext>
            </a:extLst>
          </p:cNvPr>
          <p:cNvSpPr>
            <a:spLocks xmlns:a="http://schemas.openxmlformats.org/drawingml/2006/main" noGrp="1"/>
          </p:cNvSpPr>
          <p:nvPr/>
        </p:nvSpPr>
        <p:spPr>
          <a:xfrm xmlns:a="http://schemas.openxmlformats.org/drawingml/2006/main">
            <a:off x="9077325" y="3648075"/>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0">
                <a:solidFill>
                  <a:srgbClr val="111111"/>
                </a:solidFill>
                <a:latin typeface="Aptos"/>
                <a:ea typeface="Aptos"/>
                <a:cs typeface="Aptos"/>
              </a:defRPr>
            </a:pPr>
            <a:r>
              <a:rPr sz="3000" b="0">
                <a:solidFill>
                  <a:srgbClr val="111111"/>
                </a:solidFill>
                <a:latin typeface="Aptos"/>
                <a:ea typeface="Aptos"/>
                <a:cs typeface="Aptos"/>
              </a:rPr>
              <a:t>Σ(fm)</a:t>
            </a:r>
          </a:p>
        </p:txBody>
      </p:sp>
      <p:sp>
        <p:nvSpPr>
          <p:cNvPr id="8" name="Freeform 7">
            <a:extLst xmlns:a="http://schemas.openxmlformats.org/drawingml/2006/main">
              <a:ext uri="{FF2B5EF4-FFF2-40B4-BE49-F238E27FC236}">
                <a16:creationId xmlns:a16="http://schemas.microsoft.com/office/drawing/2014/main" id="{6DE2C4D9-431C-4AC4-BD8F-E39387071880}"/>
              </a:ext>
            </a:extLst>
          </p:cNvPr>
          <p:cNvSpPr>
            <a:spLocks xmlns:a="http://schemas.openxmlformats.org/drawingml/2006/main" noGrp="1"/>
          </p:cNvSpPr>
          <p:nvPr/>
        </p:nvSpPr>
        <p:spPr>
          <a:xfrm xmlns:a="http://schemas.openxmlformats.org/drawingml/2006/main">
            <a:off x="9077325" y="4105275"/>
            <a:ext cx="2047875" cy="953"/>
          </a:xfrm>
          <a:custGeom xmlns:a="http://schemas.openxmlformats.org/drawingml/2006/main">
            <a:rect l="0" t="0" r="0" b="0"/>
            <a:pathLst>
              <a:path w="2047875" h="953">
                <a:moveTo>
                  <a:pt x="0" y="0"/>
                </a:moveTo>
                <a:lnTo>
                  <a:pt x="2047875"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9" name="Text">
            <a:extLst xmlns:a="http://schemas.openxmlformats.org/drawingml/2006/main">
              <a:ext uri="{FF2B5EF4-FFF2-40B4-BE49-F238E27FC236}">
                <a16:creationId xmlns:a16="http://schemas.microsoft.com/office/drawing/2014/main" id="{45BD440E-BF14-472C-878A-F8A9B64CF53E}"/>
              </a:ext>
            </a:extLst>
          </p:cNvPr>
          <p:cNvSpPr>
            <a:spLocks xmlns:a="http://schemas.openxmlformats.org/drawingml/2006/main" noGrp="1"/>
          </p:cNvSpPr>
          <p:nvPr/>
        </p:nvSpPr>
        <p:spPr>
          <a:xfrm xmlns:a="http://schemas.openxmlformats.org/drawingml/2006/main">
            <a:off x="9077325" y="4171950"/>
            <a:ext cx="2047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00" b="0">
                <a:solidFill>
                  <a:srgbClr val="111111"/>
                </a:solidFill>
                <a:latin typeface="Aptos"/>
                <a:ea typeface="Aptos"/>
                <a:cs typeface="Aptos"/>
              </a:defRPr>
            </a:pPr>
            <a:r>
              <a:rPr sz="3000" b="0">
                <a:solidFill>
                  <a:srgbClr val="111111"/>
                </a:solidFill>
                <a:latin typeface="Aptos"/>
                <a:ea typeface="Aptos"/>
                <a:cs typeface="Aptos"/>
              </a:rPr>
              <a:t>25</a:t>
            </a:r>
          </a:p>
        </p:txBody>
      </p:sp>
      <p:sp>
        <p:nvSpPr>
          <p:cNvPr id="10" name="Text">
            <a:extLst xmlns:a="http://schemas.openxmlformats.org/drawingml/2006/main">
              <a:ext uri="{FF2B5EF4-FFF2-40B4-BE49-F238E27FC236}">
                <a16:creationId xmlns:a16="http://schemas.microsoft.com/office/drawing/2014/main" id="{09B0CC09-BC93-4117-8E47-20654697DA91}"/>
              </a:ext>
            </a:extLst>
          </p:cNvPr>
          <p:cNvSpPr>
            <a:spLocks xmlns:a="http://schemas.openxmlformats.org/drawingml/2006/main" noGrp="1"/>
          </p:cNvSpPr>
          <p:nvPr/>
        </p:nvSpPr>
        <p:spPr>
          <a:xfrm xmlns:a="http://schemas.openxmlformats.org/drawingml/2006/main">
            <a:off x="9258300" y="4838700"/>
            <a:ext cx="2095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225" b="0">
                <a:solidFill>
                  <a:srgbClr val="111111"/>
                </a:solidFill>
                <a:latin typeface="Aptos"/>
                <a:ea typeface="Aptos"/>
                <a:cs typeface="Aptos"/>
              </a:defRPr>
            </a:pPr>
            <a:r>
              <a:rPr sz="3225" b="0">
                <a:solidFill>
                  <a:srgbClr val="111111"/>
                </a:solidFill>
                <a:latin typeface="Aptos"/>
                <a:ea typeface="Aptos"/>
                <a:cs typeface="Aptos"/>
              </a:rPr>
              <a:t>= ?</a:t>
            </a:r>
          </a:p>
        </p:txBody>
      </p:sp>
      <p:sp>
        <p:nvSpPr>
          <p:cNvPr id="11" name="Text">
            <a:extLst xmlns:a="http://schemas.openxmlformats.org/drawingml/2006/main">
              <a:ext uri="{FF2B5EF4-FFF2-40B4-BE49-F238E27FC236}">
                <a16:creationId xmlns:a16="http://schemas.microsoft.com/office/drawing/2014/main" id="{2F2F35FC-4E17-42E8-87EB-796E9C3529DF}"/>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4 minutes. Give the answer in sign-ups per promotion session.</a:t>
            </a:r>
          </a:p>
        </p:txBody>
      </p:sp>
    </p:spTree>
    <p:extLst>
      <p:ext uri="{BB962C8B-B14F-4D97-AF65-F5344CB8AC3E}">
        <p14:creationId xmlns:p14="http://schemas.microsoft.com/office/powerpoint/2010/main" val="228447664"/>
      </p:ext>
    </p:extLst>
  </p:cSld>
</p:sld>
</file>

<file path=ppt/slides/slide35.xml><?xml version="1.0" encoding="utf-8"?>
<p:sld xmlns:p="http://schemas.openxmlformats.org/presentationml/2006/main">
  <p:cSld>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7C027FEF-8037-4BD4-9B4B-452BAEEB6C17}"/>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Estimated mean: answers</a:t>
            </a:r>
          </a:p>
        </p:txBody>
      </p:sp>
      <p:sp>
        <p:nvSpPr>
          <p:cNvPr id="2" name="Text">
            <a:extLst xmlns:a="http://schemas.openxmlformats.org/drawingml/2006/main">
              <a:ext uri="{FF2B5EF4-FFF2-40B4-BE49-F238E27FC236}">
                <a16:creationId xmlns:a16="http://schemas.microsoft.com/office/drawing/2014/main" id="{1209EA35-90C6-4D77-A13B-42722BEA9A5E}"/>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 total of the midpoint products is 825.</a:t>
            </a:r>
          </a:p>
        </p:txBody>
      </p:sp>
      <p:sp>
        <p:nvSpPr>
          <p:cNvPr id="3" name="Rectangle 2">
            <a:extLst xmlns:a="http://schemas.openxmlformats.org/drawingml/2006/main">
              <a:ext uri="{FF2B5EF4-FFF2-40B4-BE49-F238E27FC236}">
                <a16:creationId xmlns:a16="http://schemas.microsoft.com/office/drawing/2014/main" id="{6DC0F94A-C707-4934-BC2C-909A987D5E4F}"/>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6692696C-D87B-4D8C-84C8-271D6F7BF632}"/>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A5</a:t>
            </a:r>
          </a:p>
        </p:txBody>
      </p:sp>
      <p:graphicFrame>
        <p:nvGraphicFramePr>
          <p:cNvPr id="18" name="Table 15"/>
          <p:cNvGraphicFramePr/>
          <p:nvPr/>
        </p:nvGraphicFramePr>
        <p:xfrm>
          <a:off xmlns:a="http://schemas.openxmlformats.org/drawingml/2006/main" x="619125" y="2857500"/>
          <a:ext xmlns:a="http://schemas.openxmlformats.org/drawingml/2006/main" cx="7477125" cy="2857500"/>
        </p:xfrm>
        <a:graphic xmlns:a="http://schemas.openxmlformats.org/drawingml/2006/main">
          <a:graphicData uri="http://schemas.openxmlformats.org/drawingml/2006/table">
            <a:tbl>
              <a:tblPr firstRow="1"/>
              <a:tblGrid>
                <a:gridCol w="3238500"/>
                <a:gridCol w="1095375"/>
                <a:gridCol w="1238250"/>
                <a:gridCol w="1905000"/>
              </a:tblGrid>
              <a:tr h="476250">
                <a:tc>
                  <a:txBody>
                    <a:bodyPr/>
                    <a:lstStyle/>
                    <a:p>
                      <a:pPr algn="l">
                        <a:buNone/>
                      </a:pPr>
                      <a:r>
                        <a:rPr sz="2100" b="1">
                          <a:solidFill>
                            <a:srgbClr val="FFFFFF"/>
                          </a:solidFill>
                          <a:latin typeface="Aptos"/>
                          <a:ea typeface="Aptos"/>
                          <a:cs typeface="Aptos"/>
                        </a:rPr>
                        <a:t>Sign-ups</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f</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m</a:t>
                      </a:r>
                    </a:p>
                  </a:txBody>
                  <a:tcPr marL="91440" marR="91440" marT="45720" marB="45720" anchor="ctr">
                    <a:solidFill>
                      <a:srgbClr val="D6171D"/>
                    </a:solidFill>
                  </a:tcPr>
                </a:tc>
                <a:tc>
                  <a:txBody>
                    <a:bodyPr/>
                    <a:lstStyle/>
                    <a:p>
                      <a:pPr algn="ctr">
                        <a:buNone/>
                      </a:pPr>
                      <a:r>
                        <a:rPr sz="2100" b="1">
                          <a:solidFill>
                            <a:srgbClr val="FFFFFF"/>
                          </a:solidFill>
                          <a:latin typeface="Aptos"/>
                          <a:ea typeface="Aptos"/>
                          <a:cs typeface="Aptos"/>
                        </a:rPr>
                        <a:t>f × m</a:t>
                      </a:r>
                    </a:p>
                  </a:txBody>
                  <a:tcPr marL="91440" marR="91440" marT="45720" marB="45720" anchor="ctr">
                    <a:solidFill>
                      <a:srgbClr val="D6171D"/>
                    </a:solidFill>
                  </a:tcPr>
                </a:tc>
              </a:tr>
              <a:tr h="476250">
                <a:tc>
                  <a:txBody>
                    <a:bodyPr/>
                    <a:lstStyle/>
                    <a:p>
                      <a:pPr algn="l">
                        <a:buNone/>
                      </a:pPr>
                      <a:r>
                        <a:rPr sz="2100" b="0">
                          <a:solidFill>
                            <a:srgbClr val="111111"/>
                          </a:solidFill>
                          <a:latin typeface="Aptos"/>
                          <a:ea typeface="Aptos"/>
                          <a:cs typeface="Aptos"/>
                        </a:rPr>
                        <a:t>10 ≤ x &lt; 20</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2</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15</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30</a:t>
                      </a:r>
                    </a:p>
                  </a:txBody>
                  <a:tcPr marL="91440" marR="91440" marT="45720" marB="45720" anchor="ctr">
                    <a:solidFill>
                      <a:srgbClr val="FFFFFF"/>
                    </a:solidFill>
                  </a:tcPr>
                </a:tc>
              </a:tr>
              <a:tr h="476250">
                <a:tc>
                  <a:txBody>
                    <a:bodyPr/>
                    <a:lstStyle/>
                    <a:p>
                      <a:pPr algn="l">
                        <a:buNone/>
                      </a:pPr>
                      <a:r>
                        <a:rPr sz="2100" b="0">
                          <a:solidFill>
                            <a:srgbClr val="111111"/>
                          </a:solidFill>
                          <a:latin typeface="Aptos"/>
                          <a:ea typeface="Aptos"/>
                          <a:cs typeface="Aptos"/>
                        </a:rPr>
                        <a:t>20 ≤ x &lt; 30</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7</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25</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175</a:t>
                      </a:r>
                    </a:p>
                  </a:txBody>
                  <a:tcPr marL="91440" marR="91440" marT="45720" marB="45720" anchor="ctr">
                    <a:solidFill>
                      <a:srgbClr val="EEF8FE"/>
                    </a:solidFill>
                  </a:tcPr>
                </a:tc>
              </a:tr>
              <a:tr h="476250">
                <a:tc>
                  <a:txBody>
                    <a:bodyPr/>
                    <a:lstStyle/>
                    <a:p>
                      <a:pPr algn="l">
                        <a:buNone/>
                      </a:pPr>
                      <a:r>
                        <a:rPr sz="2100" b="0">
                          <a:solidFill>
                            <a:srgbClr val="111111"/>
                          </a:solidFill>
                          <a:latin typeface="Aptos"/>
                          <a:ea typeface="Aptos"/>
                          <a:cs typeface="Aptos"/>
                        </a:rPr>
                        <a:t>30 ≤ x &lt; 40</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10</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35</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350</a:t>
                      </a:r>
                    </a:p>
                  </a:txBody>
                  <a:tcPr marL="91440" marR="91440" marT="45720" marB="45720" anchor="ctr">
                    <a:solidFill>
                      <a:srgbClr val="FFFFFF"/>
                    </a:solidFill>
                  </a:tcPr>
                </a:tc>
              </a:tr>
              <a:tr h="476250">
                <a:tc>
                  <a:txBody>
                    <a:bodyPr/>
                    <a:lstStyle/>
                    <a:p>
                      <a:pPr algn="l">
                        <a:buNone/>
                      </a:pPr>
                      <a:r>
                        <a:rPr sz="2100" b="0">
                          <a:solidFill>
                            <a:srgbClr val="111111"/>
                          </a:solidFill>
                          <a:latin typeface="Aptos"/>
                          <a:ea typeface="Aptos"/>
                          <a:cs typeface="Aptos"/>
                        </a:rPr>
                        <a:t>40 ≤ x &lt; 50</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6</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45</a:t>
                      </a:r>
                    </a:p>
                  </a:txBody>
                  <a:tcPr marL="91440" marR="91440" marT="45720" marB="45720" anchor="ctr">
                    <a:solidFill>
                      <a:srgbClr val="EEF8FE"/>
                    </a:solidFill>
                  </a:tcPr>
                </a:tc>
                <a:tc>
                  <a:txBody>
                    <a:bodyPr/>
                    <a:lstStyle/>
                    <a:p>
                      <a:pPr algn="ctr">
                        <a:buNone/>
                      </a:pPr>
                      <a:r>
                        <a:rPr sz="2100" b="0">
                          <a:solidFill>
                            <a:srgbClr val="111111"/>
                          </a:solidFill>
                          <a:latin typeface="Aptos"/>
                          <a:ea typeface="Aptos"/>
                          <a:cs typeface="Aptos"/>
                        </a:rPr>
                        <a:t>270</a:t>
                      </a:r>
                    </a:p>
                  </a:txBody>
                  <a:tcPr marL="91440" marR="91440" marT="45720" marB="45720" anchor="ctr">
                    <a:solidFill>
                      <a:srgbClr val="EEF8FE"/>
                    </a:solidFill>
                  </a:tcPr>
                </a:tc>
              </a:tr>
              <a:tr h="476250">
                <a:tc>
                  <a:txBody>
                    <a:bodyPr/>
                    <a:lstStyle/>
                    <a:p>
                      <a:pPr algn="l">
                        <a:buNone/>
                      </a:pPr>
                      <a:r>
                        <a:rPr sz="2100" b="0">
                          <a:solidFill>
                            <a:srgbClr val="111111"/>
                          </a:solidFill>
                          <a:latin typeface="Aptos"/>
                          <a:ea typeface="Aptos"/>
                          <a:cs typeface="Aptos"/>
                        </a:rPr>
                        <a:t>Total</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25</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a:t>
                      </a:r>
                    </a:p>
                  </a:txBody>
                  <a:tcPr marL="91440" marR="91440" marT="45720" marB="45720" anchor="ctr">
                    <a:solidFill>
                      <a:srgbClr val="FFFFFF"/>
                    </a:solidFill>
                  </a:tcPr>
                </a:tc>
                <a:tc>
                  <a:txBody>
                    <a:bodyPr/>
                    <a:lstStyle/>
                    <a:p>
                      <a:pPr algn="ctr">
                        <a:buNone/>
                      </a:pPr>
                      <a:r>
                        <a:rPr sz="2100" b="0">
                          <a:solidFill>
                            <a:srgbClr val="111111"/>
                          </a:solidFill>
                          <a:latin typeface="Aptos"/>
                          <a:ea typeface="Aptos"/>
                          <a:cs typeface="Aptos"/>
                        </a:rPr>
                        <a:t>825</a:t>
                      </a:r>
                    </a:p>
                  </a:txBody>
                  <a:tcPr marL="91440" marR="91440" marT="45720" marB="45720" anchor="ctr">
                    <a:solidFill>
                      <a:srgbClr val="FFFFFF"/>
                    </a:solidFill>
                  </a:tcPr>
                </a:tc>
              </a:tr>
            </a:tbl>
          </a:graphicData>
        </a:graphic>
      </p:graphicFrame>
      <p:sp>
        <p:nvSpPr>
          <p:cNvPr id="6" name="Text">
            <a:extLst xmlns:a="http://schemas.openxmlformats.org/drawingml/2006/main">
              <a:ext uri="{FF2B5EF4-FFF2-40B4-BE49-F238E27FC236}">
                <a16:creationId xmlns:a16="http://schemas.microsoft.com/office/drawing/2014/main" id="{89D6D3BD-8C49-4075-AD68-6EBC3C4D1035}"/>
              </a:ext>
            </a:extLst>
          </p:cNvPr>
          <p:cNvSpPr>
            <a:spLocks xmlns:a="http://schemas.openxmlformats.org/drawingml/2006/main" noGrp="1"/>
          </p:cNvSpPr>
          <p:nvPr/>
        </p:nvSpPr>
        <p:spPr>
          <a:xfrm xmlns:a="http://schemas.openxmlformats.org/drawingml/2006/main">
            <a:off x="8534400" y="3067050"/>
            <a:ext cx="1524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375" b="0">
                <a:solidFill>
                  <a:srgbClr val="111111"/>
                </a:solidFill>
                <a:latin typeface="Aptos"/>
                <a:ea typeface="Aptos"/>
                <a:cs typeface="Aptos"/>
              </a:defRPr>
            </a:pPr>
            <a:r>
              <a:rPr sz="3375" b="0">
                <a:solidFill>
                  <a:srgbClr val="111111"/>
                </a:solidFill>
                <a:latin typeface="Aptos"/>
                <a:ea typeface="Aptos"/>
                <a:cs typeface="Aptos"/>
              </a:rPr>
              <a:t>825</a:t>
            </a:r>
          </a:p>
        </p:txBody>
      </p:sp>
      <p:sp>
        <p:nvSpPr>
          <p:cNvPr id="7" name="Freeform 6">
            <a:extLst xmlns:a="http://schemas.openxmlformats.org/drawingml/2006/main">
              <a:ext uri="{FF2B5EF4-FFF2-40B4-BE49-F238E27FC236}">
                <a16:creationId xmlns:a16="http://schemas.microsoft.com/office/drawing/2014/main" id="{F8B769C1-2153-4FEB-BB1D-9639BAF0533A}"/>
              </a:ext>
            </a:extLst>
          </p:cNvPr>
          <p:cNvSpPr>
            <a:spLocks xmlns:a="http://schemas.openxmlformats.org/drawingml/2006/main" noGrp="1"/>
          </p:cNvSpPr>
          <p:nvPr/>
        </p:nvSpPr>
        <p:spPr>
          <a:xfrm xmlns:a="http://schemas.openxmlformats.org/drawingml/2006/main">
            <a:off x="8534400" y="3571875"/>
            <a:ext cx="1524000" cy="953"/>
          </a:xfrm>
          <a:custGeom xmlns:a="http://schemas.openxmlformats.org/drawingml/2006/main">
            <a:rect l="0" t="0" r="0" b="0"/>
            <a:pathLst>
              <a:path w="1524000" h="953">
                <a:moveTo>
                  <a:pt x="0" y="0"/>
                </a:moveTo>
                <a:lnTo>
                  <a:pt x="152400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8" name="Text">
            <a:extLst xmlns:a="http://schemas.openxmlformats.org/drawingml/2006/main">
              <a:ext uri="{FF2B5EF4-FFF2-40B4-BE49-F238E27FC236}">
                <a16:creationId xmlns:a16="http://schemas.microsoft.com/office/drawing/2014/main" id="{8DC7B4D8-10C0-4F06-86AC-6215E4A27C3D}"/>
              </a:ext>
            </a:extLst>
          </p:cNvPr>
          <p:cNvSpPr>
            <a:spLocks xmlns:a="http://schemas.openxmlformats.org/drawingml/2006/main" noGrp="1"/>
          </p:cNvSpPr>
          <p:nvPr/>
        </p:nvSpPr>
        <p:spPr>
          <a:xfrm xmlns:a="http://schemas.openxmlformats.org/drawingml/2006/main">
            <a:off x="8534400" y="3638550"/>
            <a:ext cx="1524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375" b="0">
                <a:solidFill>
                  <a:srgbClr val="111111"/>
                </a:solidFill>
                <a:latin typeface="Aptos"/>
                <a:ea typeface="Aptos"/>
                <a:cs typeface="Aptos"/>
              </a:defRPr>
            </a:pPr>
            <a:r>
              <a:rPr sz="3375" b="0">
                <a:solidFill>
                  <a:srgbClr val="111111"/>
                </a:solidFill>
                <a:latin typeface="Aptos"/>
                <a:ea typeface="Aptos"/>
                <a:cs typeface="Aptos"/>
              </a:rPr>
              <a:t>25</a:t>
            </a:r>
          </a:p>
        </p:txBody>
      </p:sp>
      <p:sp>
        <p:nvSpPr>
          <p:cNvPr id="9" name="Text">
            <a:extLst xmlns:a="http://schemas.openxmlformats.org/drawingml/2006/main">
              <a:ext uri="{FF2B5EF4-FFF2-40B4-BE49-F238E27FC236}">
                <a16:creationId xmlns:a16="http://schemas.microsoft.com/office/drawing/2014/main" id="{74F6C5D5-6898-4B7B-B470-71AA368202C9}"/>
              </a:ext>
            </a:extLst>
          </p:cNvPr>
          <p:cNvSpPr>
            <a:spLocks xmlns:a="http://schemas.openxmlformats.org/drawingml/2006/main" noGrp="1"/>
          </p:cNvSpPr>
          <p:nvPr/>
        </p:nvSpPr>
        <p:spPr>
          <a:xfrm xmlns:a="http://schemas.openxmlformats.org/drawingml/2006/main">
            <a:off x="10125075" y="3143250"/>
            <a:ext cx="1428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850" b="1">
                <a:solidFill>
                  <a:srgbClr val="D6171D"/>
                </a:solidFill>
                <a:latin typeface="Aptos"/>
                <a:ea typeface="Aptos"/>
                <a:cs typeface="Aptos"/>
              </a:defRPr>
            </a:pPr>
            <a:r>
              <a:rPr sz="2850" b="1">
                <a:solidFill>
                  <a:srgbClr val="D6171D"/>
                </a:solidFill>
                <a:latin typeface="Aptos"/>
                <a:ea typeface="Aptos"/>
                <a:cs typeface="Aptos"/>
              </a:rPr>
              <a:t>= 33</a:t>
            </a:r>
          </a:p>
        </p:txBody>
      </p:sp>
      <p:sp>
        <p:nvSpPr>
          <p:cNvPr id="10" name="Text">
            <a:extLst xmlns:a="http://schemas.openxmlformats.org/drawingml/2006/main">
              <a:ext uri="{FF2B5EF4-FFF2-40B4-BE49-F238E27FC236}">
                <a16:creationId xmlns:a16="http://schemas.microsoft.com/office/drawing/2014/main" id="{76795A27-1644-4C91-8435-A9CD874DC0EF}"/>
              </a:ext>
            </a:extLst>
          </p:cNvPr>
          <p:cNvSpPr>
            <a:spLocks xmlns:a="http://schemas.openxmlformats.org/drawingml/2006/main" noGrp="1"/>
          </p:cNvSpPr>
          <p:nvPr/>
        </p:nvSpPr>
        <p:spPr>
          <a:xfrm xmlns:a="http://schemas.openxmlformats.org/drawingml/2006/main">
            <a:off x="8572500" y="4648200"/>
            <a:ext cx="29527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Estimated mean:</a:t>
            </a:r>
          </a:p>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33 sign-ups</a:t>
            </a:r>
          </a:p>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per session</a:t>
            </a:r>
          </a:p>
        </p:txBody>
      </p:sp>
      <p:sp>
        <p:nvSpPr>
          <p:cNvPr id="11" name="Text">
            <a:extLst xmlns:a="http://schemas.openxmlformats.org/drawingml/2006/main">
              <a:ext uri="{FF2B5EF4-FFF2-40B4-BE49-F238E27FC236}">
                <a16:creationId xmlns:a16="http://schemas.microsoft.com/office/drawing/2014/main" id="{36C2EE1B-793D-4F40-A309-12EE3E2E049E}"/>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Divide by 25 sessions. The midpoint products give an estimated total.</a:t>
            </a:r>
          </a:p>
        </p:txBody>
      </p:sp>
    </p:spTree>
    <p:extLst>
      <p:ext uri="{BB962C8B-B14F-4D97-AF65-F5344CB8AC3E}">
        <p14:creationId xmlns:p14="http://schemas.microsoft.com/office/powerpoint/2010/main" val="631922624"/>
      </p:ext>
    </p:extLst>
  </p:cSld>
</p:sld>
</file>

<file path=ppt/slides/slide36.xml><?xml version="1.0" encoding="utf-8"?>
<p:sld xmlns:p="http://schemas.openxmlformats.org/presentationml/2006/main">
  <p:cSld>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92E9725A-09BF-4161-83FA-059F06886445}"/>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Exact mean and grouped estimate</a:t>
            </a:r>
          </a:p>
        </p:txBody>
      </p:sp>
      <p:sp>
        <p:nvSpPr>
          <p:cNvPr id="2" name="Text">
            <a:extLst xmlns:a="http://schemas.openxmlformats.org/drawingml/2006/main">
              <a:ext uri="{FF2B5EF4-FFF2-40B4-BE49-F238E27FC236}">
                <a16:creationId xmlns:a16="http://schemas.microsoft.com/office/drawing/2014/main" id="{7E4DAD15-BC12-4BBE-BA95-27B526AD4AE6}"/>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We kept the original values, so we can compare both methods.</a:t>
            </a:r>
          </a:p>
        </p:txBody>
      </p:sp>
      <p:sp>
        <p:nvSpPr>
          <p:cNvPr id="3" name="Text">
            <a:extLst xmlns:a="http://schemas.openxmlformats.org/drawingml/2006/main">
              <a:ext uri="{FF2B5EF4-FFF2-40B4-BE49-F238E27FC236}">
                <a16:creationId xmlns:a16="http://schemas.microsoft.com/office/drawing/2014/main" id="{0E8D86BD-38ED-43D6-97AD-0C8840B17AF5}"/>
              </a:ext>
            </a:extLst>
          </p:cNvPr>
          <p:cNvSpPr>
            <a:spLocks xmlns:a="http://schemas.openxmlformats.org/drawingml/2006/main" noGrp="1"/>
          </p:cNvSpPr>
          <p:nvPr/>
        </p:nvSpPr>
        <p:spPr>
          <a:xfrm xmlns:a="http://schemas.openxmlformats.org/drawingml/2006/main">
            <a:off x="619125" y="2905125"/>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11111"/>
                </a:solidFill>
                <a:latin typeface="Aptos"/>
                <a:ea typeface="Aptos"/>
                <a:cs typeface="Aptos"/>
              </a:defRPr>
            </a:pPr>
            <a:r>
              <a:rPr sz="2625" b="1">
                <a:solidFill>
                  <a:srgbClr val="111111"/>
                </a:solidFill>
                <a:latin typeface="Aptos"/>
                <a:ea typeface="Aptos"/>
                <a:cs typeface="Aptos"/>
              </a:rPr>
              <a:t>Original values</a:t>
            </a:r>
          </a:p>
        </p:txBody>
      </p:sp>
      <p:sp>
        <p:nvSpPr>
          <p:cNvPr id="4" name="Text">
            <a:extLst xmlns:a="http://schemas.openxmlformats.org/drawingml/2006/main">
              <a:ext uri="{FF2B5EF4-FFF2-40B4-BE49-F238E27FC236}">
                <a16:creationId xmlns:a16="http://schemas.microsoft.com/office/drawing/2014/main" id="{D70718AB-45D5-4550-9C69-37BEAEFF2E73}"/>
              </a:ext>
            </a:extLst>
          </p:cNvPr>
          <p:cNvSpPr>
            <a:spLocks xmlns:a="http://schemas.openxmlformats.org/drawingml/2006/main" noGrp="1"/>
          </p:cNvSpPr>
          <p:nvPr/>
        </p:nvSpPr>
        <p:spPr>
          <a:xfrm xmlns:a="http://schemas.openxmlformats.org/drawingml/2006/main">
            <a:off x="619125" y="3524250"/>
            <a:ext cx="4667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Total = 812 sign-ups</a:t>
            </a:r>
          </a:p>
        </p:txBody>
      </p:sp>
      <p:sp>
        <p:nvSpPr>
          <p:cNvPr id="5" name="Text">
            <a:extLst xmlns:a="http://schemas.openxmlformats.org/drawingml/2006/main">
              <a:ext uri="{FF2B5EF4-FFF2-40B4-BE49-F238E27FC236}">
                <a16:creationId xmlns:a16="http://schemas.microsoft.com/office/drawing/2014/main" id="{90A000D9-04CA-4B4F-AAF4-2E6AE800D9BA}"/>
              </a:ext>
            </a:extLst>
          </p:cNvPr>
          <p:cNvSpPr>
            <a:spLocks xmlns:a="http://schemas.openxmlformats.org/drawingml/2006/main" noGrp="1"/>
          </p:cNvSpPr>
          <p:nvPr/>
        </p:nvSpPr>
        <p:spPr>
          <a:xfrm xmlns:a="http://schemas.openxmlformats.org/drawingml/2006/main">
            <a:off x="619125" y="4257675"/>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00" b="0">
                <a:solidFill>
                  <a:srgbClr val="111111"/>
                </a:solidFill>
                <a:latin typeface="Aptos"/>
                <a:ea typeface="Aptos"/>
                <a:cs typeface="Aptos"/>
              </a:defRPr>
            </a:pPr>
            <a:r>
              <a:rPr sz="3600" b="0">
                <a:solidFill>
                  <a:srgbClr val="111111"/>
                </a:solidFill>
                <a:latin typeface="Aptos"/>
                <a:ea typeface="Aptos"/>
                <a:cs typeface="Aptos"/>
              </a:rPr>
              <a:t>812</a:t>
            </a:r>
          </a:p>
        </p:txBody>
      </p:sp>
      <p:sp>
        <p:nvSpPr>
          <p:cNvPr id="6" name="Freeform 5">
            <a:extLst xmlns:a="http://schemas.openxmlformats.org/drawingml/2006/main">
              <a:ext uri="{FF2B5EF4-FFF2-40B4-BE49-F238E27FC236}">
                <a16:creationId xmlns:a16="http://schemas.microsoft.com/office/drawing/2014/main" id="{8131ECE7-5C48-4757-BA80-E56D091D14C5}"/>
              </a:ext>
            </a:extLst>
          </p:cNvPr>
          <p:cNvSpPr>
            <a:spLocks xmlns:a="http://schemas.openxmlformats.org/drawingml/2006/main" noGrp="1"/>
          </p:cNvSpPr>
          <p:nvPr/>
        </p:nvSpPr>
        <p:spPr>
          <a:xfrm xmlns:a="http://schemas.openxmlformats.org/drawingml/2006/main">
            <a:off x="619125" y="4791075"/>
            <a:ext cx="1238250" cy="953"/>
          </a:xfrm>
          <a:custGeom xmlns:a="http://schemas.openxmlformats.org/drawingml/2006/main">
            <a:rect l="0" t="0" r="0" b="0"/>
            <a:pathLst>
              <a:path w="1238250" h="953">
                <a:moveTo>
                  <a:pt x="0" y="0"/>
                </a:moveTo>
                <a:lnTo>
                  <a:pt x="123825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7" name="Text">
            <a:extLst xmlns:a="http://schemas.openxmlformats.org/drawingml/2006/main">
              <a:ext uri="{FF2B5EF4-FFF2-40B4-BE49-F238E27FC236}">
                <a16:creationId xmlns:a16="http://schemas.microsoft.com/office/drawing/2014/main" id="{25291339-16C2-4AAE-B375-3078FCA2AC77}"/>
              </a:ext>
            </a:extLst>
          </p:cNvPr>
          <p:cNvSpPr>
            <a:spLocks xmlns:a="http://schemas.openxmlformats.org/drawingml/2006/main" noGrp="1"/>
          </p:cNvSpPr>
          <p:nvPr/>
        </p:nvSpPr>
        <p:spPr>
          <a:xfrm xmlns:a="http://schemas.openxmlformats.org/drawingml/2006/main">
            <a:off x="619125" y="4857750"/>
            <a:ext cx="1238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00" b="0">
                <a:solidFill>
                  <a:srgbClr val="111111"/>
                </a:solidFill>
                <a:latin typeface="Aptos"/>
                <a:ea typeface="Aptos"/>
                <a:cs typeface="Aptos"/>
              </a:defRPr>
            </a:pPr>
            <a:r>
              <a:rPr sz="3600" b="0">
                <a:solidFill>
                  <a:srgbClr val="111111"/>
                </a:solidFill>
                <a:latin typeface="Aptos"/>
                <a:ea typeface="Aptos"/>
                <a:cs typeface="Aptos"/>
              </a:rPr>
              <a:t>25</a:t>
            </a:r>
          </a:p>
        </p:txBody>
      </p:sp>
      <p:sp>
        <p:nvSpPr>
          <p:cNvPr id="8" name="Text">
            <a:extLst xmlns:a="http://schemas.openxmlformats.org/drawingml/2006/main">
              <a:ext uri="{FF2B5EF4-FFF2-40B4-BE49-F238E27FC236}">
                <a16:creationId xmlns:a16="http://schemas.microsoft.com/office/drawing/2014/main" id="{EF7B8D4B-CDC3-41AB-8C30-55F5985910C8}"/>
              </a:ext>
            </a:extLst>
          </p:cNvPr>
          <p:cNvSpPr>
            <a:spLocks xmlns:a="http://schemas.openxmlformats.org/drawingml/2006/main" noGrp="1"/>
          </p:cNvSpPr>
          <p:nvPr/>
        </p:nvSpPr>
        <p:spPr>
          <a:xfrm xmlns:a="http://schemas.openxmlformats.org/drawingml/2006/main">
            <a:off x="2133600" y="4362450"/>
            <a:ext cx="3524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600" b="0">
                <a:solidFill>
                  <a:srgbClr val="111111"/>
                </a:solidFill>
                <a:latin typeface="Aptos"/>
                <a:ea typeface="Aptos"/>
                <a:cs typeface="Aptos"/>
              </a:defRPr>
            </a:pPr>
            <a:r>
              <a:rPr sz="3600" b="0">
                <a:solidFill>
                  <a:srgbClr val="111111"/>
                </a:solidFill>
                <a:latin typeface="Aptos"/>
                <a:ea typeface="Aptos"/>
                <a:cs typeface="Aptos"/>
              </a:rPr>
              <a:t>= 32.48</a:t>
            </a:r>
          </a:p>
        </p:txBody>
      </p:sp>
      <p:sp>
        <p:nvSpPr>
          <p:cNvPr id="9" name="Freeform 8">
            <a:extLst xmlns:a="http://schemas.openxmlformats.org/drawingml/2006/main">
              <a:ext uri="{FF2B5EF4-FFF2-40B4-BE49-F238E27FC236}">
                <a16:creationId xmlns:a16="http://schemas.microsoft.com/office/drawing/2014/main" id="{4BA848AD-F837-468F-B0EE-6C87C158219C}"/>
              </a:ext>
            </a:extLst>
          </p:cNvPr>
          <p:cNvSpPr>
            <a:spLocks xmlns:a="http://schemas.openxmlformats.org/drawingml/2006/main" noGrp="1"/>
          </p:cNvSpPr>
          <p:nvPr/>
        </p:nvSpPr>
        <p:spPr>
          <a:xfrm xmlns:a="http://schemas.openxmlformats.org/drawingml/2006/main">
            <a:off x="6029325" y="2952750"/>
            <a:ext cx="953" cy="2619375"/>
          </a:xfrm>
          <a:custGeom xmlns:a="http://schemas.openxmlformats.org/drawingml/2006/main">
            <a:rect l="0" t="0" r="0" b="0"/>
            <a:pathLst>
              <a:path w="953" h="2619375">
                <a:moveTo>
                  <a:pt x="0" y="0"/>
                </a:moveTo>
                <a:lnTo>
                  <a:pt x="0" y="2619375"/>
                </a:lnTo>
              </a:path>
            </a:pathLst>
          </a:custGeom>
          <a:noFill xmlns:a="http://schemas.openxmlformats.org/drawingml/2006/main"/>
          <a:ln xmlns:a="http://schemas.openxmlformats.org/drawingml/2006/main" w="1905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B7AE52BB-A99C-4834-8FDC-2B74580B309A}"/>
              </a:ext>
            </a:extLst>
          </p:cNvPr>
          <p:cNvSpPr>
            <a:spLocks xmlns:a="http://schemas.openxmlformats.org/drawingml/2006/main" noGrp="1"/>
          </p:cNvSpPr>
          <p:nvPr/>
        </p:nvSpPr>
        <p:spPr>
          <a:xfrm xmlns:a="http://schemas.openxmlformats.org/drawingml/2006/main">
            <a:off x="6762750" y="2905125"/>
            <a:ext cx="4714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1">
                <a:solidFill>
                  <a:srgbClr val="111111"/>
                </a:solidFill>
                <a:latin typeface="Aptos"/>
                <a:ea typeface="Aptos"/>
                <a:cs typeface="Aptos"/>
              </a:defRPr>
            </a:pPr>
            <a:r>
              <a:rPr sz="2625" b="1">
                <a:solidFill>
                  <a:srgbClr val="111111"/>
                </a:solidFill>
                <a:latin typeface="Aptos"/>
                <a:ea typeface="Aptos"/>
                <a:cs typeface="Aptos"/>
              </a:rPr>
              <a:t>Grouped table</a:t>
            </a:r>
          </a:p>
        </p:txBody>
      </p:sp>
      <p:sp>
        <p:nvSpPr>
          <p:cNvPr id="11" name="Text">
            <a:extLst xmlns:a="http://schemas.openxmlformats.org/drawingml/2006/main">
              <a:ext uri="{FF2B5EF4-FFF2-40B4-BE49-F238E27FC236}">
                <a16:creationId xmlns:a16="http://schemas.microsoft.com/office/drawing/2014/main" id="{12A478FC-54E3-4D6C-AAF7-5C8A5B03CE74}"/>
              </a:ext>
            </a:extLst>
          </p:cNvPr>
          <p:cNvSpPr>
            <a:spLocks xmlns:a="http://schemas.openxmlformats.org/drawingml/2006/main" noGrp="1"/>
          </p:cNvSpPr>
          <p:nvPr/>
        </p:nvSpPr>
        <p:spPr>
          <a:xfrm xmlns:a="http://schemas.openxmlformats.org/drawingml/2006/main">
            <a:off x="6762750" y="3524250"/>
            <a:ext cx="4714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Midpoint products total 825</a:t>
            </a:r>
          </a:p>
        </p:txBody>
      </p:sp>
      <p:sp>
        <p:nvSpPr>
          <p:cNvPr id="12" name="Text">
            <a:extLst xmlns:a="http://schemas.openxmlformats.org/drawingml/2006/main">
              <a:ext uri="{FF2B5EF4-FFF2-40B4-BE49-F238E27FC236}">
                <a16:creationId xmlns:a16="http://schemas.microsoft.com/office/drawing/2014/main" id="{349B9B37-7258-4399-9F7C-D1E916B700D9}"/>
              </a:ext>
            </a:extLst>
          </p:cNvPr>
          <p:cNvSpPr>
            <a:spLocks xmlns:a="http://schemas.openxmlformats.org/drawingml/2006/main" noGrp="1"/>
          </p:cNvSpPr>
          <p:nvPr/>
        </p:nvSpPr>
        <p:spPr>
          <a:xfrm xmlns:a="http://schemas.openxmlformats.org/drawingml/2006/main">
            <a:off x="6762750" y="4257675"/>
            <a:ext cx="152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00" b="0">
                <a:solidFill>
                  <a:srgbClr val="111111"/>
                </a:solidFill>
                <a:latin typeface="Aptos"/>
                <a:ea typeface="Aptos"/>
                <a:cs typeface="Aptos"/>
              </a:defRPr>
            </a:pPr>
            <a:r>
              <a:rPr sz="3600" b="0">
                <a:solidFill>
                  <a:srgbClr val="111111"/>
                </a:solidFill>
                <a:latin typeface="Aptos"/>
                <a:ea typeface="Aptos"/>
                <a:cs typeface="Aptos"/>
              </a:rPr>
              <a:t>825</a:t>
            </a:r>
          </a:p>
        </p:txBody>
      </p:sp>
      <p:sp>
        <p:nvSpPr>
          <p:cNvPr id="13" name="Freeform 12">
            <a:extLst xmlns:a="http://schemas.openxmlformats.org/drawingml/2006/main">
              <a:ext uri="{FF2B5EF4-FFF2-40B4-BE49-F238E27FC236}">
                <a16:creationId xmlns:a16="http://schemas.microsoft.com/office/drawing/2014/main" id="{65234679-F03A-4533-9F50-ACD781CAA525}"/>
              </a:ext>
            </a:extLst>
          </p:cNvPr>
          <p:cNvSpPr>
            <a:spLocks xmlns:a="http://schemas.openxmlformats.org/drawingml/2006/main" noGrp="1"/>
          </p:cNvSpPr>
          <p:nvPr/>
        </p:nvSpPr>
        <p:spPr>
          <a:xfrm xmlns:a="http://schemas.openxmlformats.org/drawingml/2006/main">
            <a:off x="6762750" y="4791075"/>
            <a:ext cx="1524000" cy="953"/>
          </a:xfrm>
          <a:custGeom xmlns:a="http://schemas.openxmlformats.org/drawingml/2006/main">
            <a:rect l="0" t="0" r="0" b="0"/>
            <a:pathLst>
              <a:path w="1524000" h="953">
                <a:moveTo>
                  <a:pt x="0" y="0"/>
                </a:moveTo>
                <a:lnTo>
                  <a:pt x="152400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17376A43-1BA3-402D-9FC5-C44E26AFFE0F}"/>
              </a:ext>
            </a:extLst>
          </p:cNvPr>
          <p:cNvSpPr>
            <a:spLocks xmlns:a="http://schemas.openxmlformats.org/drawingml/2006/main" noGrp="1"/>
          </p:cNvSpPr>
          <p:nvPr/>
        </p:nvSpPr>
        <p:spPr>
          <a:xfrm xmlns:a="http://schemas.openxmlformats.org/drawingml/2006/main">
            <a:off x="6762750" y="4857750"/>
            <a:ext cx="1524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600" b="0">
                <a:solidFill>
                  <a:srgbClr val="111111"/>
                </a:solidFill>
                <a:latin typeface="Aptos"/>
                <a:ea typeface="Aptos"/>
                <a:cs typeface="Aptos"/>
              </a:defRPr>
            </a:pPr>
            <a:r>
              <a:rPr sz="3600" b="0">
                <a:solidFill>
                  <a:srgbClr val="111111"/>
                </a:solidFill>
                <a:latin typeface="Aptos"/>
                <a:ea typeface="Aptos"/>
                <a:cs typeface="Aptos"/>
              </a:rPr>
              <a:t>25</a:t>
            </a:r>
          </a:p>
        </p:txBody>
      </p:sp>
      <p:sp>
        <p:nvSpPr>
          <p:cNvPr id="15" name="Text">
            <a:extLst xmlns:a="http://schemas.openxmlformats.org/drawingml/2006/main">
              <a:ext uri="{FF2B5EF4-FFF2-40B4-BE49-F238E27FC236}">
                <a16:creationId xmlns:a16="http://schemas.microsoft.com/office/drawing/2014/main" id="{B4FB3389-2341-416B-9537-D6F1D3FAADA9}"/>
              </a:ext>
            </a:extLst>
          </p:cNvPr>
          <p:cNvSpPr>
            <a:spLocks xmlns:a="http://schemas.openxmlformats.org/drawingml/2006/main" noGrp="1"/>
          </p:cNvSpPr>
          <p:nvPr/>
        </p:nvSpPr>
        <p:spPr>
          <a:xfrm xmlns:a="http://schemas.openxmlformats.org/drawingml/2006/main">
            <a:off x="8486775" y="4362450"/>
            <a:ext cx="3095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525" b="1">
                <a:solidFill>
                  <a:srgbClr val="D6171D"/>
                </a:solidFill>
                <a:latin typeface="Aptos"/>
                <a:ea typeface="Aptos"/>
                <a:cs typeface="Aptos"/>
              </a:defRPr>
            </a:pPr>
            <a:r>
              <a:rPr sz="3525" b="1">
                <a:solidFill>
                  <a:srgbClr val="D6171D"/>
                </a:solidFill>
                <a:latin typeface="Aptos"/>
                <a:ea typeface="Aptos"/>
                <a:cs typeface="Aptos"/>
              </a:rPr>
              <a:t>= 33</a:t>
            </a:r>
          </a:p>
        </p:txBody>
      </p:sp>
      <p:sp>
        <p:nvSpPr>
          <p:cNvPr id="16" name="Text">
            <a:extLst xmlns:a="http://schemas.openxmlformats.org/drawingml/2006/main">
              <a:ext uri="{FF2B5EF4-FFF2-40B4-BE49-F238E27FC236}">
                <a16:creationId xmlns:a16="http://schemas.microsoft.com/office/drawing/2014/main" id="{1C92BC8C-101F-470F-B4AF-F0B4CFA1452B}"/>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The estimate is 0.52 higher here. Another dataset or grouping could give a different error.</a:t>
            </a:r>
          </a:p>
        </p:txBody>
      </p:sp>
    </p:spTree>
    <p:extLst>
      <p:ext uri="{BB962C8B-B14F-4D97-AF65-F5344CB8AC3E}">
        <p14:creationId xmlns:p14="http://schemas.microsoft.com/office/powerpoint/2010/main" val="1072116783"/>
      </p:ext>
    </p:extLst>
  </p:cSld>
</p:sld>
</file>

<file path=ppt/slides/slide37.xml><?xml version="1.0" encoding="utf-8"?>
<p:sld xmlns:p="http://schemas.openxmlformats.org/presentationml/2006/main">
  <p:cSld>
    <p:spTree>
      <p:nvGrpSpPr>
        <p:cNvPr id="1" name=""/>
        <p:cNvGrpSpPr/>
        <p:nvPr/>
      </p:nvGrpSpPr>
      <p:grpSpPr>
        <a:xfrm xmlns:a="http://schemas.openxmlformats.org/drawingml/2006/main"/>
      </p:grpSpPr>
      <p:sp>
        <p:nvSpPr>
          <p:cNvPr id="12" name="Slide title">
            <a:extLst xmlns:a="http://schemas.openxmlformats.org/drawingml/2006/main">
              <a:ext uri="{FF2B5EF4-FFF2-40B4-BE49-F238E27FC236}">
                <a16:creationId xmlns:a16="http://schemas.microsoft.com/office/drawing/2014/main" id="{E9E0CF9A-FCB2-4C38-84A1-8303CF3896C7}"/>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Which mean should we calculate?</a:t>
            </a:r>
          </a:p>
        </p:txBody>
      </p:sp>
      <p:sp>
        <p:nvSpPr>
          <p:cNvPr id="2" name="Text">
            <a:extLst xmlns:a="http://schemas.openxmlformats.org/drawingml/2006/main">
              <a:ext uri="{FF2B5EF4-FFF2-40B4-BE49-F238E27FC236}">
                <a16:creationId xmlns:a16="http://schemas.microsoft.com/office/drawing/2014/main" id="{15C0817E-100F-4857-8094-0AF7F55E4338}"/>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Choose the method according to the information available.</a:t>
            </a:r>
          </a:p>
        </p:txBody>
      </p:sp>
      <p:sp>
        <p:nvSpPr>
          <p:cNvPr id="3" name="Text">
            <a:extLst xmlns:a="http://schemas.openxmlformats.org/drawingml/2006/main">
              <a:ext uri="{FF2B5EF4-FFF2-40B4-BE49-F238E27FC236}">
                <a16:creationId xmlns:a16="http://schemas.microsoft.com/office/drawing/2014/main" id="{8ECF09D4-ACA4-465E-8CBE-AC5A2F94F8F0}"/>
              </a:ext>
            </a:extLst>
          </p:cNvPr>
          <p:cNvSpPr>
            <a:spLocks xmlns:a="http://schemas.openxmlformats.org/drawingml/2006/main" noGrp="1"/>
          </p:cNvSpPr>
          <p:nvPr/>
        </p:nvSpPr>
        <p:spPr>
          <a:xfrm xmlns:a="http://schemas.openxmlformats.org/drawingml/2006/main">
            <a:off x="619125" y="29337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550" b="1">
                <a:solidFill>
                  <a:srgbClr val="111111"/>
                </a:solidFill>
                <a:latin typeface="Aptos"/>
                <a:ea typeface="Aptos"/>
                <a:cs typeface="Aptos"/>
              </a:defRPr>
            </a:pPr>
            <a:r>
              <a:rPr sz="2550" b="1">
                <a:solidFill>
                  <a:srgbClr val="111111"/>
                </a:solidFill>
                <a:latin typeface="Aptos"/>
                <a:ea typeface="Aptos"/>
                <a:cs typeface="Aptos"/>
              </a:rPr>
              <a:t>We have the original values</a:t>
            </a:r>
          </a:p>
        </p:txBody>
      </p:sp>
      <p:sp>
        <p:nvSpPr>
          <p:cNvPr id="4" name="Text">
            <a:extLst xmlns:a="http://schemas.openxmlformats.org/drawingml/2006/main">
              <a:ext uri="{FF2B5EF4-FFF2-40B4-BE49-F238E27FC236}">
                <a16:creationId xmlns:a16="http://schemas.microsoft.com/office/drawing/2014/main" id="{339C5192-92E7-4D06-86DE-C3A2C79CA1EA}"/>
              </a:ext>
            </a:extLst>
          </p:cNvPr>
          <p:cNvSpPr>
            <a:spLocks xmlns:a="http://schemas.openxmlformats.org/drawingml/2006/main" noGrp="1"/>
          </p:cNvSpPr>
          <p:nvPr/>
        </p:nvSpPr>
        <p:spPr>
          <a:xfrm xmlns:a="http://schemas.openxmlformats.org/drawingml/2006/main">
            <a:off x="619125" y="3695700"/>
            <a:ext cx="5334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Add the actual sign-up counts.</a:t>
            </a:r>
          </a:p>
        </p:txBody>
      </p:sp>
      <p:sp>
        <p:nvSpPr>
          <p:cNvPr id="5" name="Text">
            <a:extLst xmlns:a="http://schemas.openxmlformats.org/drawingml/2006/main">
              <a:ext uri="{FF2B5EF4-FFF2-40B4-BE49-F238E27FC236}">
                <a16:creationId xmlns:a16="http://schemas.microsoft.com/office/drawing/2014/main" id="{9147DCAC-2895-4E13-9F6B-0EFCD1E39336}"/>
              </a:ext>
            </a:extLst>
          </p:cNvPr>
          <p:cNvSpPr>
            <a:spLocks xmlns:a="http://schemas.openxmlformats.org/drawingml/2006/main" noGrp="1"/>
          </p:cNvSpPr>
          <p:nvPr/>
        </p:nvSpPr>
        <p:spPr>
          <a:xfrm xmlns:a="http://schemas.openxmlformats.org/drawingml/2006/main">
            <a:off x="619125" y="4371975"/>
            <a:ext cx="5334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Divide by the number of sessions.</a:t>
            </a:r>
          </a:p>
        </p:txBody>
      </p:sp>
      <p:sp>
        <p:nvSpPr>
          <p:cNvPr id="6" name="Text">
            <a:extLst xmlns:a="http://schemas.openxmlformats.org/drawingml/2006/main">
              <a:ext uri="{FF2B5EF4-FFF2-40B4-BE49-F238E27FC236}">
                <a16:creationId xmlns:a16="http://schemas.microsoft.com/office/drawing/2014/main" id="{776E8D66-8D70-4F8D-9E27-032CB62EF788}"/>
              </a:ext>
            </a:extLst>
          </p:cNvPr>
          <p:cNvSpPr>
            <a:spLocks xmlns:a="http://schemas.openxmlformats.org/drawingml/2006/main" noGrp="1"/>
          </p:cNvSpPr>
          <p:nvPr/>
        </p:nvSpPr>
        <p:spPr>
          <a:xfrm xmlns:a="http://schemas.openxmlformats.org/drawingml/2006/main">
            <a:off x="619125" y="5048250"/>
            <a:ext cx="5334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This gives the exact mean</a:t>
            </a:r>
          </a:p>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for these observed sessions.</a:t>
            </a:r>
          </a:p>
        </p:txBody>
      </p:sp>
      <p:sp>
        <p:nvSpPr>
          <p:cNvPr id="7" name="Text">
            <a:extLst xmlns:a="http://schemas.openxmlformats.org/drawingml/2006/main">
              <a:ext uri="{FF2B5EF4-FFF2-40B4-BE49-F238E27FC236}">
                <a16:creationId xmlns:a16="http://schemas.microsoft.com/office/drawing/2014/main" id="{9809F74B-552D-4EE2-A9FD-3D2361BAF0CF}"/>
              </a:ext>
            </a:extLst>
          </p:cNvPr>
          <p:cNvSpPr>
            <a:spLocks xmlns:a="http://schemas.openxmlformats.org/drawingml/2006/main" noGrp="1"/>
          </p:cNvSpPr>
          <p:nvPr/>
        </p:nvSpPr>
        <p:spPr>
          <a:xfrm xmlns:a="http://schemas.openxmlformats.org/drawingml/2006/main">
            <a:off x="6486525" y="2933700"/>
            <a:ext cx="5095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111111"/>
                </a:solidFill>
                <a:latin typeface="Aptos"/>
                <a:ea typeface="Aptos"/>
                <a:cs typeface="Aptos"/>
              </a:defRPr>
            </a:pPr>
            <a:r>
              <a:rPr sz="2475" b="1">
                <a:solidFill>
                  <a:srgbClr val="111111"/>
                </a:solidFill>
                <a:latin typeface="Aptos"/>
                <a:ea typeface="Aptos"/>
                <a:cs typeface="Aptos"/>
              </a:rPr>
              <a:t>We only have the grouped table</a:t>
            </a:r>
          </a:p>
        </p:txBody>
      </p:sp>
      <p:sp>
        <p:nvSpPr>
          <p:cNvPr id="8" name="Text">
            <a:extLst xmlns:a="http://schemas.openxmlformats.org/drawingml/2006/main">
              <a:ext uri="{FF2B5EF4-FFF2-40B4-BE49-F238E27FC236}">
                <a16:creationId xmlns:a16="http://schemas.microsoft.com/office/drawing/2014/main" id="{15F156C7-0CD3-4A1B-AE8F-47AC9D9B1907}"/>
              </a:ext>
            </a:extLst>
          </p:cNvPr>
          <p:cNvSpPr>
            <a:spLocks xmlns:a="http://schemas.openxmlformats.org/drawingml/2006/main" noGrp="1"/>
          </p:cNvSpPr>
          <p:nvPr/>
        </p:nvSpPr>
        <p:spPr>
          <a:xfrm xmlns:a="http://schemas.openxmlformats.org/drawingml/2006/main">
            <a:off x="6486525" y="3695700"/>
            <a:ext cx="509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Use each class midpoint.</a:t>
            </a:r>
          </a:p>
        </p:txBody>
      </p:sp>
      <p:sp>
        <p:nvSpPr>
          <p:cNvPr id="9" name="Text">
            <a:extLst xmlns:a="http://schemas.openxmlformats.org/drawingml/2006/main">
              <a:ext uri="{FF2B5EF4-FFF2-40B4-BE49-F238E27FC236}">
                <a16:creationId xmlns:a16="http://schemas.microsoft.com/office/drawing/2014/main" id="{59205898-AA39-4C5A-BFBD-7AC3AAC522DE}"/>
              </a:ext>
            </a:extLst>
          </p:cNvPr>
          <p:cNvSpPr>
            <a:spLocks xmlns:a="http://schemas.openxmlformats.org/drawingml/2006/main" noGrp="1"/>
          </p:cNvSpPr>
          <p:nvPr/>
        </p:nvSpPr>
        <p:spPr>
          <a:xfrm xmlns:a="http://schemas.openxmlformats.org/drawingml/2006/main">
            <a:off x="6486525" y="4371975"/>
            <a:ext cx="509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Weight it by the class frequency.</a:t>
            </a:r>
          </a:p>
        </p:txBody>
      </p:sp>
      <p:sp>
        <p:nvSpPr>
          <p:cNvPr id="10" name="Text">
            <a:extLst xmlns:a="http://schemas.openxmlformats.org/drawingml/2006/main">
              <a:ext uri="{FF2B5EF4-FFF2-40B4-BE49-F238E27FC236}">
                <a16:creationId xmlns:a16="http://schemas.microsoft.com/office/drawing/2014/main" id="{711BC4C7-C7BD-40CC-A52C-E12A1A36263B}"/>
              </a:ext>
            </a:extLst>
          </p:cNvPr>
          <p:cNvSpPr>
            <a:spLocks xmlns:a="http://schemas.openxmlformats.org/drawingml/2006/main" noGrp="1"/>
          </p:cNvSpPr>
          <p:nvPr/>
        </p:nvSpPr>
        <p:spPr>
          <a:xfrm xmlns:a="http://schemas.openxmlformats.org/drawingml/2006/main">
            <a:off x="6486525" y="5048250"/>
            <a:ext cx="5095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This gives an estimate because</a:t>
            </a:r>
          </a:p>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the exact values are missing.</a:t>
            </a:r>
          </a:p>
        </p:txBody>
      </p:sp>
      <p:sp>
        <p:nvSpPr>
          <p:cNvPr id="11" name="Text">
            <a:extLst xmlns:a="http://schemas.openxmlformats.org/drawingml/2006/main">
              <a:ext uri="{FF2B5EF4-FFF2-40B4-BE49-F238E27FC236}">
                <a16:creationId xmlns:a16="http://schemas.microsoft.com/office/drawing/2014/main" id="{2C8CCAFB-4A9A-48EB-B173-46200E57422A}"/>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Both methods can describe a sample. Grouping causes the approximation here.</a:t>
            </a:r>
          </a:p>
        </p:txBody>
      </p:sp>
    </p:spTree>
    <p:extLst>
      <p:ext uri="{BB962C8B-B14F-4D97-AF65-F5344CB8AC3E}">
        <p14:creationId xmlns:p14="http://schemas.microsoft.com/office/powerpoint/2010/main" val="990163778"/>
      </p:ext>
    </p:extLst>
  </p:cSld>
</p:sld>
</file>

<file path=ppt/slides/slide38.xml><?xml version="1.0" encoding="utf-8"?>
<p:sld xmlns:p="http://schemas.openxmlformats.org/presentationml/2006/main">
  <p:cSld>
    <p:spTree>
      <p:nvGrpSpPr>
        <p:cNvPr id="1" name=""/>
        <p:cNvGrpSpPr/>
        <p:nvPr/>
      </p:nvGrpSpPr>
      <p:grpSpPr>
        <a:xfrm xmlns:a="http://schemas.openxmlformats.org/drawingml/2006/main"/>
      </p:grpSpPr>
      <p:sp>
        <p:nvSpPr>
          <p:cNvPr id="2" name="Text">
            <a:extLst xmlns:a="http://schemas.openxmlformats.org/drawingml/2006/main">
              <a:ext uri="{FF2B5EF4-FFF2-40B4-BE49-F238E27FC236}">
                <a16:creationId xmlns:a16="http://schemas.microsoft.com/office/drawing/2014/main" id="{E63ECB46-71FD-43A8-937A-2342FA67FC06}"/>
              </a:ext>
            </a:extLst>
          </p:cNvPr>
          <p:cNvSpPr>
            <a:spLocks xmlns:a="http://schemas.openxmlformats.org/drawingml/2006/main" noGrp="1"/>
          </p:cNvSpPr>
          <p:nvPr/>
        </p:nvSpPr>
        <p:spPr>
          <a:xfrm xmlns:a="http://schemas.openxmlformats.org/drawingml/2006/main">
            <a:off x="447675" y="2505075"/>
            <a:ext cx="6048375"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Section 4:</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Keeping the</a:t>
            </a:r>
          </a:p>
          <a:p xmlns:a="http://schemas.openxmlformats.org/drawingml/2006/main">
            <a:pPr algn="l">
              <a:buNone/>
              <a:defRPr sz="5400" b="0">
                <a:solidFill>
                  <a:srgbClr val="FFFFFF"/>
                </a:solidFill>
                <a:latin typeface="Aptos Display"/>
                <a:ea typeface="Aptos Display"/>
                <a:cs typeface="Aptos Display"/>
              </a:defRPr>
            </a:pPr>
            <a:r>
              <a:rPr sz="5400" b="0">
                <a:solidFill>
                  <a:srgbClr val="FFFFFF"/>
                </a:solidFill>
                <a:latin typeface="Aptos Display"/>
                <a:ea typeface="Aptos Display"/>
                <a:cs typeface="Aptos Display"/>
              </a:rPr>
              <a:t>original values</a:t>
            </a:r>
          </a:p>
        </p:txBody>
      </p:sp>
    </p:spTree>
    <p:extLst>
      <p:ext uri="{BB962C8B-B14F-4D97-AF65-F5344CB8AC3E}">
        <p14:creationId xmlns:p14="http://schemas.microsoft.com/office/powerpoint/2010/main" val="907707399"/>
      </p:ext>
    </p:extLst>
  </p:cSld>
</p:sld>
</file>

<file path=ppt/slides/slide39.xml><?xml version="1.0" encoding="utf-8"?>
<p:sld xmlns:p="http://schemas.openxmlformats.org/presentationml/2006/main">
  <p:cSld>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6D621DC5-5AC5-4D80-BA2C-1BF7F6215153}"/>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use a stem-and-leaf plot?</a:t>
            </a:r>
          </a:p>
        </p:txBody>
      </p:sp>
      <p:sp>
        <p:nvSpPr>
          <p:cNvPr id="2" name="Text">
            <a:extLst xmlns:a="http://schemas.openxmlformats.org/drawingml/2006/main">
              <a:ext uri="{FF2B5EF4-FFF2-40B4-BE49-F238E27FC236}">
                <a16:creationId xmlns:a16="http://schemas.microsoft.com/office/drawing/2014/main" id="{6FBC20E5-CEEA-4180-8E20-FEB0D6CB8F26}"/>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For a small dataset, we can show the pattern and keep every value.</a:t>
            </a:r>
          </a:p>
        </p:txBody>
      </p:sp>
      <p:sp>
        <p:nvSpPr>
          <p:cNvPr id="3" name="Text">
            <a:extLst xmlns:a="http://schemas.openxmlformats.org/drawingml/2006/main">
              <a:ext uri="{FF2B5EF4-FFF2-40B4-BE49-F238E27FC236}">
                <a16:creationId xmlns:a16="http://schemas.microsoft.com/office/drawing/2014/main" id="{E56C26C5-2BCE-479C-81E1-6FBA5A741D76}"/>
              </a:ext>
            </a:extLst>
          </p:cNvPr>
          <p:cNvSpPr>
            <a:spLocks xmlns:a="http://schemas.openxmlformats.org/drawingml/2006/main" noGrp="1"/>
          </p:cNvSpPr>
          <p:nvPr/>
        </p:nvSpPr>
        <p:spPr>
          <a:xfrm xmlns:a="http://schemas.openxmlformats.org/drawingml/2006/main">
            <a:off x="619125" y="2933700"/>
            <a:ext cx="1081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75" b="1">
                <a:solidFill>
                  <a:srgbClr val="111111"/>
                </a:solidFill>
                <a:latin typeface="Aptos"/>
                <a:ea typeface="Aptos"/>
                <a:cs typeface="Aptos"/>
              </a:defRPr>
            </a:pPr>
            <a:r>
              <a:rPr sz="2775" b="1">
                <a:solidFill>
                  <a:srgbClr val="111111"/>
                </a:solidFill>
                <a:latin typeface="Aptos"/>
                <a:ea typeface="Aptos"/>
                <a:cs typeface="Aptos"/>
              </a:rPr>
              <a:t>Two lunch deliveries took 23 and 27 minutes.</a:t>
            </a:r>
          </a:p>
        </p:txBody>
      </p:sp>
      <p:sp>
        <p:nvSpPr>
          <p:cNvPr id="4" name="Text">
            <a:extLst xmlns:a="http://schemas.openxmlformats.org/drawingml/2006/main">
              <a:ext uri="{FF2B5EF4-FFF2-40B4-BE49-F238E27FC236}">
                <a16:creationId xmlns:a16="http://schemas.microsoft.com/office/drawing/2014/main" id="{B3610ECF-1893-4D41-B923-14D8DD1A8FA8}"/>
              </a:ext>
            </a:extLst>
          </p:cNvPr>
          <p:cNvSpPr>
            <a:spLocks xmlns:a="http://schemas.openxmlformats.org/drawingml/2006/main" noGrp="1"/>
          </p:cNvSpPr>
          <p:nvPr/>
        </p:nvSpPr>
        <p:spPr>
          <a:xfrm xmlns:a="http://schemas.openxmlformats.org/drawingml/2006/main">
            <a:off x="619125" y="3895725"/>
            <a:ext cx="5048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111111"/>
                </a:solidFill>
                <a:latin typeface="Aptos"/>
                <a:ea typeface="Aptos"/>
                <a:cs typeface="Aptos"/>
              </a:defRPr>
            </a:pPr>
            <a:r>
              <a:rPr sz="2475" b="1">
                <a:solidFill>
                  <a:srgbClr val="111111"/>
                </a:solidFill>
                <a:latin typeface="Aptos"/>
                <a:ea typeface="Aptos"/>
                <a:cs typeface="Aptos"/>
              </a:rPr>
              <a:t>Grouped table</a:t>
            </a:r>
          </a:p>
        </p:txBody>
      </p:sp>
      <p:sp>
        <p:nvSpPr>
          <p:cNvPr id="5" name="Text">
            <a:extLst xmlns:a="http://schemas.openxmlformats.org/drawingml/2006/main">
              <a:ext uri="{FF2B5EF4-FFF2-40B4-BE49-F238E27FC236}">
                <a16:creationId xmlns:a16="http://schemas.microsoft.com/office/drawing/2014/main" id="{8BF9934F-1920-4B9B-B1F1-C116356AB828}"/>
              </a:ext>
            </a:extLst>
          </p:cNvPr>
          <p:cNvSpPr>
            <a:spLocks xmlns:a="http://schemas.openxmlformats.org/drawingml/2006/main" noGrp="1"/>
          </p:cNvSpPr>
          <p:nvPr/>
        </p:nvSpPr>
        <p:spPr>
          <a:xfrm xmlns:a="http://schemas.openxmlformats.org/drawingml/2006/main">
            <a:off x="619125" y="4552950"/>
            <a:ext cx="5238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111111"/>
                </a:solidFill>
                <a:latin typeface="Aptos"/>
                <a:ea typeface="Aptos"/>
                <a:cs typeface="Aptos"/>
              </a:defRPr>
            </a:pPr>
            <a:r>
              <a:rPr sz="2400" b="0">
                <a:solidFill>
                  <a:srgbClr val="111111"/>
                </a:solidFill>
                <a:latin typeface="Aptos"/>
                <a:ea typeface="Aptos"/>
                <a:cs typeface="Aptos"/>
              </a:rPr>
              <a:t>20 ≤ t &lt; 30: 2 deliveries</a:t>
            </a:r>
          </a:p>
        </p:txBody>
      </p:sp>
      <p:sp>
        <p:nvSpPr>
          <p:cNvPr id="6" name="Text">
            <a:extLst xmlns:a="http://schemas.openxmlformats.org/drawingml/2006/main">
              <a:ext uri="{FF2B5EF4-FFF2-40B4-BE49-F238E27FC236}">
                <a16:creationId xmlns:a16="http://schemas.microsoft.com/office/drawing/2014/main" id="{6E5272B9-BE61-4ED1-916B-951C335224B2}"/>
              </a:ext>
            </a:extLst>
          </p:cNvPr>
          <p:cNvSpPr>
            <a:spLocks xmlns:a="http://schemas.openxmlformats.org/drawingml/2006/main" noGrp="1"/>
          </p:cNvSpPr>
          <p:nvPr/>
        </p:nvSpPr>
        <p:spPr>
          <a:xfrm xmlns:a="http://schemas.openxmlformats.org/drawingml/2006/main">
            <a:off x="6858000" y="3895725"/>
            <a:ext cx="4714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75" b="1">
                <a:solidFill>
                  <a:srgbClr val="111111"/>
                </a:solidFill>
                <a:latin typeface="Aptos"/>
                <a:ea typeface="Aptos"/>
                <a:cs typeface="Aptos"/>
              </a:defRPr>
            </a:pPr>
            <a:r>
              <a:rPr sz="2475" b="1">
                <a:solidFill>
                  <a:srgbClr val="111111"/>
                </a:solidFill>
                <a:latin typeface="Aptos"/>
                <a:ea typeface="Aptos"/>
                <a:cs typeface="Aptos"/>
              </a:rPr>
              <a:t>Stem-and-leaf plot</a:t>
            </a:r>
          </a:p>
        </p:txBody>
      </p:sp>
      <p:sp>
        <p:nvSpPr>
          <p:cNvPr id="7" name="Text">
            <a:extLst xmlns:a="http://schemas.openxmlformats.org/drawingml/2006/main">
              <a:ext uri="{FF2B5EF4-FFF2-40B4-BE49-F238E27FC236}">
                <a16:creationId xmlns:a16="http://schemas.microsoft.com/office/drawing/2014/main" id="{7AD8F16C-4E74-4EEE-9A5F-EF6988D60709}"/>
              </a:ext>
            </a:extLst>
          </p:cNvPr>
          <p:cNvSpPr>
            <a:spLocks xmlns:a="http://schemas.openxmlformats.org/drawingml/2006/main" noGrp="1"/>
          </p:cNvSpPr>
          <p:nvPr/>
        </p:nvSpPr>
        <p:spPr>
          <a:xfrm xmlns:a="http://schemas.openxmlformats.org/drawingml/2006/main">
            <a:off x="6858000" y="4486275"/>
            <a:ext cx="471487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D6171D"/>
                </a:solidFill>
                <a:latin typeface="Aptos"/>
                <a:ea typeface="Aptos"/>
                <a:cs typeface="Aptos"/>
              </a:defRPr>
            </a:pPr>
            <a:r>
              <a:rPr sz="3600" b="1">
                <a:solidFill>
                  <a:srgbClr val="D6171D"/>
                </a:solidFill>
                <a:latin typeface="Aptos"/>
                <a:ea typeface="Aptos"/>
                <a:cs typeface="Aptos"/>
              </a:rPr>
              <a:t>2 | 3 7</a:t>
            </a:r>
          </a:p>
        </p:txBody>
      </p:sp>
      <p:sp>
        <p:nvSpPr>
          <p:cNvPr id="8" name="Text">
            <a:extLst xmlns:a="http://schemas.openxmlformats.org/drawingml/2006/main">
              <a:ext uri="{FF2B5EF4-FFF2-40B4-BE49-F238E27FC236}">
                <a16:creationId xmlns:a16="http://schemas.microsoft.com/office/drawing/2014/main" id="{C8803377-D4F6-4CAB-B04A-73F07485801E}"/>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 = delivery time in minutes. Key: 2 | 3 means 23 minutes. Both values remain visible.</a:t>
            </a:r>
          </a:p>
        </p:txBody>
      </p:sp>
    </p:spTree>
    <p:extLst>
      <p:ext uri="{BB962C8B-B14F-4D97-AF65-F5344CB8AC3E}">
        <p14:creationId xmlns:p14="http://schemas.microsoft.com/office/powerpoint/2010/main" val="458360895"/>
      </p:ext>
    </p:extLst>
  </p:cSld>
</p:sld>
</file>

<file path=ppt/slides/slide40.xml><?xml version="1.0" encoding="utf-8"?>
<p:sld xmlns:p="http://schemas.openxmlformats.org/presentationml/2006/main">
  <p:cSld>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7A280A00-3246-4EEB-B3CA-A527CC0864FC}"/>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Worked example: delivery times</a:t>
            </a:r>
          </a:p>
        </p:txBody>
      </p:sp>
      <p:sp>
        <p:nvSpPr>
          <p:cNvPr id="2" name="Text">
            <a:extLst xmlns:a="http://schemas.openxmlformats.org/drawingml/2006/main">
              <a:ext uri="{FF2B5EF4-FFF2-40B4-BE49-F238E27FC236}">
                <a16:creationId xmlns:a16="http://schemas.microsoft.com/office/drawing/2014/main" id="{A80F1E43-4F4B-4129-8FAE-1147D5C41843}"/>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Stem = tens. Leaf = units. Always include a key.</a:t>
            </a:r>
          </a:p>
        </p:txBody>
      </p:sp>
      <p:sp>
        <p:nvSpPr>
          <p:cNvPr id="3" name="Text">
            <a:extLst xmlns:a="http://schemas.openxmlformats.org/drawingml/2006/main">
              <a:ext uri="{FF2B5EF4-FFF2-40B4-BE49-F238E27FC236}">
                <a16:creationId xmlns:a16="http://schemas.microsoft.com/office/drawing/2014/main" id="{2F8A2E26-C75F-401B-96C8-80E7ABC256F4}"/>
              </a:ext>
            </a:extLst>
          </p:cNvPr>
          <p:cNvSpPr>
            <a:spLocks xmlns:a="http://schemas.openxmlformats.org/drawingml/2006/main" noGrp="1"/>
          </p:cNvSpPr>
          <p:nvPr/>
        </p:nvSpPr>
        <p:spPr>
          <a:xfrm xmlns:a="http://schemas.openxmlformats.org/drawingml/2006/main">
            <a:off x="619125" y="2943225"/>
            <a:ext cx="5715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775" b="1">
                <a:solidFill>
                  <a:srgbClr val="111111"/>
                </a:solidFill>
                <a:latin typeface="Aptos"/>
                <a:ea typeface="Aptos"/>
                <a:cs typeface="Aptos"/>
              </a:defRPr>
            </a:pPr>
            <a:r>
              <a:rPr sz="2775" b="1">
                <a:solidFill>
                  <a:srgbClr val="111111"/>
                </a:solidFill>
                <a:latin typeface="Aptos"/>
                <a:ea typeface="Aptos"/>
                <a:cs typeface="Aptos"/>
              </a:rPr>
              <a:t>23, 27, 27, 32, 34, 41 minutes</a:t>
            </a:r>
          </a:p>
        </p:txBody>
      </p:sp>
      <p:sp>
        <p:nvSpPr>
          <p:cNvPr id="4" name="Text">
            <a:extLst xmlns:a="http://schemas.openxmlformats.org/drawingml/2006/main">
              <a:ext uri="{FF2B5EF4-FFF2-40B4-BE49-F238E27FC236}">
                <a16:creationId xmlns:a16="http://schemas.microsoft.com/office/drawing/2014/main" id="{4E0F771A-2C62-4476-A36A-843B7B36903F}"/>
              </a:ext>
            </a:extLst>
          </p:cNvPr>
          <p:cNvSpPr>
            <a:spLocks xmlns:a="http://schemas.openxmlformats.org/drawingml/2006/main" noGrp="1"/>
          </p:cNvSpPr>
          <p:nvPr/>
        </p:nvSpPr>
        <p:spPr>
          <a:xfrm xmlns:a="http://schemas.openxmlformats.org/drawingml/2006/main">
            <a:off x="619125" y="3838575"/>
            <a:ext cx="5619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Keep stems and leaves in order.</a:t>
            </a:r>
          </a:p>
        </p:txBody>
      </p:sp>
      <p:sp>
        <p:nvSpPr>
          <p:cNvPr id="5" name="Text">
            <a:extLst xmlns:a="http://schemas.openxmlformats.org/drawingml/2006/main">
              <a:ext uri="{FF2B5EF4-FFF2-40B4-BE49-F238E27FC236}">
                <a16:creationId xmlns:a16="http://schemas.microsoft.com/office/drawing/2014/main" id="{5182A118-14DF-40EC-8352-60D6235C3700}"/>
              </a:ext>
            </a:extLst>
          </p:cNvPr>
          <p:cNvSpPr>
            <a:spLocks xmlns:a="http://schemas.openxmlformats.org/drawingml/2006/main" noGrp="1"/>
          </p:cNvSpPr>
          <p:nvPr/>
        </p:nvSpPr>
        <p:spPr>
          <a:xfrm xmlns:a="http://schemas.openxmlformats.org/drawingml/2006/main">
            <a:off x="619125" y="4514850"/>
            <a:ext cx="5619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Repeat a leaf if a value repeats.</a:t>
            </a:r>
          </a:p>
        </p:txBody>
      </p:sp>
      <p:sp>
        <p:nvSpPr>
          <p:cNvPr id="6" name="Text">
            <a:extLst xmlns:a="http://schemas.openxmlformats.org/drawingml/2006/main">
              <a:ext uri="{FF2B5EF4-FFF2-40B4-BE49-F238E27FC236}">
                <a16:creationId xmlns:a16="http://schemas.microsoft.com/office/drawing/2014/main" id="{47F0E65A-5544-49ED-B78E-A34AC2DE1EA3}"/>
              </a:ext>
            </a:extLst>
          </p:cNvPr>
          <p:cNvSpPr>
            <a:spLocks xmlns:a="http://schemas.openxmlformats.org/drawingml/2006/main" noGrp="1"/>
          </p:cNvSpPr>
          <p:nvPr/>
        </p:nvSpPr>
        <p:spPr>
          <a:xfrm xmlns:a="http://schemas.openxmlformats.org/drawingml/2006/main">
            <a:off x="619125" y="5191125"/>
            <a:ext cx="5619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0">
                <a:solidFill>
                  <a:srgbClr val="111111"/>
                </a:solidFill>
                <a:latin typeface="Aptos"/>
                <a:ea typeface="Aptos"/>
                <a:cs typeface="Aptos"/>
              </a:defRPr>
            </a:pPr>
            <a:r>
              <a:rPr sz="2325" b="0">
                <a:solidFill>
                  <a:srgbClr val="111111"/>
                </a:solidFill>
                <a:latin typeface="Aptos"/>
                <a:ea typeface="Aptos"/>
                <a:cs typeface="Aptos"/>
              </a:rPr>
              <a:t>Key: 2 | 7 means 27 minutes.</a:t>
            </a:r>
          </a:p>
        </p:txBody>
      </p:sp>
      <p:sp>
        <p:nvSpPr>
          <p:cNvPr id="7" name="Text">
            <a:extLst xmlns:a="http://schemas.openxmlformats.org/drawingml/2006/main">
              <a:ext uri="{FF2B5EF4-FFF2-40B4-BE49-F238E27FC236}">
                <a16:creationId xmlns:a16="http://schemas.microsoft.com/office/drawing/2014/main" id="{FC2AC04A-D0BF-4CA6-A32D-9666E6ADD3B7}"/>
              </a:ext>
            </a:extLst>
          </p:cNvPr>
          <p:cNvSpPr>
            <a:spLocks xmlns:a="http://schemas.openxmlformats.org/drawingml/2006/main" noGrp="1"/>
          </p:cNvSpPr>
          <p:nvPr/>
        </p:nvSpPr>
        <p:spPr>
          <a:xfrm xmlns:a="http://schemas.openxmlformats.org/drawingml/2006/main">
            <a:off x="7191375" y="2924175"/>
            <a:ext cx="133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Aptos"/>
                <a:ea typeface="Aptos"/>
                <a:cs typeface="Aptos"/>
              </a:defRPr>
            </a:pPr>
            <a:r>
              <a:rPr sz="2175" b="1">
                <a:solidFill>
                  <a:srgbClr val="111111"/>
                </a:solidFill>
                <a:latin typeface="Aptos"/>
                <a:ea typeface="Aptos"/>
                <a:cs typeface="Aptos"/>
              </a:rPr>
              <a:t>Stem</a:t>
            </a:r>
          </a:p>
        </p:txBody>
      </p:sp>
      <p:sp>
        <p:nvSpPr>
          <p:cNvPr id="8" name="Text">
            <a:extLst xmlns:a="http://schemas.openxmlformats.org/drawingml/2006/main">
              <a:ext uri="{FF2B5EF4-FFF2-40B4-BE49-F238E27FC236}">
                <a16:creationId xmlns:a16="http://schemas.microsoft.com/office/drawing/2014/main" id="{B6C83FA9-3906-489E-8EEB-D1B80DF77874}"/>
              </a:ext>
            </a:extLst>
          </p:cNvPr>
          <p:cNvSpPr>
            <a:spLocks xmlns:a="http://schemas.openxmlformats.org/drawingml/2006/main" noGrp="1"/>
          </p:cNvSpPr>
          <p:nvPr/>
        </p:nvSpPr>
        <p:spPr>
          <a:xfrm xmlns:a="http://schemas.openxmlformats.org/drawingml/2006/main">
            <a:off x="9144000" y="2924175"/>
            <a:ext cx="1714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Aptos"/>
                <a:ea typeface="Aptos"/>
                <a:cs typeface="Aptos"/>
              </a:defRPr>
            </a:pPr>
            <a:r>
              <a:rPr sz="2175" b="1">
                <a:solidFill>
                  <a:srgbClr val="111111"/>
                </a:solidFill>
                <a:latin typeface="Aptos"/>
                <a:ea typeface="Aptos"/>
                <a:cs typeface="Aptos"/>
              </a:rPr>
              <a:t>Leaf</a:t>
            </a:r>
          </a:p>
        </p:txBody>
      </p:sp>
      <p:sp>
        <p:nvSpPr>
          <p:cNvPr id="9" name="Freeform 8">
            <a:extLst xmlns:a="http://schemas.openxmlformats.org/drawingml/2006/main">
              <a:ext uri="{FF2B5EF4-FFF2-40B4-BE49-F238E27FC236}">
                <a16:creationId xmlns:a16="http://schemas.microsoft.com/office/drawing/2014/main" id="{FA726275-7836-4399-9B92-35EFEC5A8B5D}"/>
              </a:ext>
            </a:extLst>
          </p:cNvPr>
          <p:cNvSpPr>
            <a:spLocks xmlns:a="http://schemas.openxmlformats.org/drawingml/2006/main" noGrp="1"/>
          </p:cNvSpPr>
          <p:nvPr/>
        </p:nvSpPr>
        <p:spPr>
          <a:xfrm xmlns:a="http://schemas.openxmlformats.org/drawingml/2006/main">
            <a:off x="8801100" y="2857500"/>
            <a:ext cx="953" cy="2533650"/>
          </a:xfrm>
          <a:custGeom xmlns:a="http://schemas.openxmlformats.org/drawingml/2006/main">
            <a:rect l="0" t="0" r="0" b="0"/>
            <a:pathLst>
              <a:path w="953" h="2533650">
                <a:moveTo>
                  <a:pt x="0" y="0"/>
                </a:moveTo>
                <a:lnTo>
                  <a:pt x="0" y="2533650"/>
                </a:lnTo>
              </a:path>
            </a:pathLst>
          </a:custGeom>
          <a:noFill xmlns:a="http://schemas.openxmlformats.org/drawingml/2006/main"/>
          <a:ln xmlns:a="http://schemas.openxmlformats.org/drawingml/2006/main" w="19050">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8363E656-EBA9-4306-ADD8-069EBBC6F698}"/>
              </a:ext>
            </a:extLst>
          </p:cNvPr>
          <p:cNvSpPr>
            <a:spLocks xmlns:a="http://schemas.openxmlformats.org/drawingml/2006/main" noGrp="1"/>
          </p:cNvSpPr>
          <p:nvPr/>
        </p:nvSpPr>
        <p:spPr>
          <a:xfrm xmlns:a="http://schemas.openxmlformats.org/drawingml/2006/main">
            <a:off x="7439025" y="3467100"/>
            <a:ext cx="76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2</a:t>
            </a:r>
          </a:p>
        </p:txBody>
      </p:sp>
      <p:sp>
        <p:nvSpPr>
          <p:cNvPr id="11" name="Text">
            <a:extLst xmlns:a="http://schemas.openxmlformats.org/drawingml/2006/main">
              <a:ext uri="{FF2B5EF4-FFF2-40B4-BE49-F238E27FC236}">
                <a16:creationId xmlns:a16="http://schemas.microsoft.com/office/drawing/2014/main" id="{38EB41CD-5128-445C-95CA-7B8ECE73AC7A}"/>
              </a:ext>
            </a:extLst>
          </p:cNvPr>
          <p:cNvSpPr>
            <a:spLocks xmlns:a="http://schemas.openxmlformats.org/drawingml/2006/main" noGrp="1"/>
          </p:cNvSpPr>
          <p:nvPr/>
        </p:nvSpPr>
        <p:spPr>
          <a:xfrm xmlns:a="http://schemas.openxmlformats.org/drawingml/2006/main">
            <a:off x="7439025" y="4095750"/>
            <a:ext cx="76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3</a:t>
            </a:r>
          </a:p>
        </p:txBody>
      </p:sp>
      <p:sp>
        <p:nvSpPr>
          <p:cNvPr id="12" name="Text">
            <a:extLst xmlns:a="http://schemas.openxmlformats.org/drawingml/2006/main">
              <a:ext uri="{FF2B5EF4-FFF2-40B4-BE49-F238E27FC236}">
                <a16:creationId xmlns:a16="http://schemas.microsoft.com/office/drawing/2014/main" id="{39194ADD-5967-4257-B63F-8E9A7122F5B3}"/>
              </a:ext>
            </a:extLst>
          </p:cNvPr>
          <p:cNvSpPr>
            <a:spLocks xmlns:a="http://schemas.openxmlformats.org/drawingml/2006/main" noGrp="1"/>
          </p:cNvSpPr>
          <p:nvPr/>
        </p:nvSpPr>
        <p:spPr>
          <a:xfrm xmlns:a="http://schemas.openxmlformats.org/drawingml/2006/main">
            <a:off x="7439025" y="4724400"/>
            <a:ext cx="762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4</a:t>
            </a:r>
          </a:p>
        </p:txBody>
      </p:sp>
      <p:sp>
        <p:nvSpPr>
          <p:cNvPr id="13" name="Text">
            <a:extLst xmlns:a="http://schemas.openxmlformats.org/drawingml/2006/main">
              <a:ext uri="{FF2B5EF4-FFF2-40B4-BE49-F238E27FC236}">
                <a16:creationId xmlns:a16="http://schemas.microsoft.com/office/drawing/2014/main" id="{157D962B-7DE1-4403-9D5C-0EB64745A5D7}"/>
              </a:ext>
            </a:extLst>
          </p:cNvPr>
          <p:cNvSpPr>
            <a:spLocks xmlns:a="http://schemas.openxmlformats.org/drawingml/2006/main" noGrp="1"/>
          </p:cNvSpPr>
          <p:nvPr/>
        </p:nvSpPr>
        <p:spPr>
          <a:xfrm xmlns:a="http://schemas.openxmlformats.org/drawingml/2006/main">
            <a:off x="9144000" y="34671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111111"/>
                </a:solidFill>
                <a:latin typeface="Aptos"/>
                <a:ea typeface="Aptos"/>
                <a:cs typeface="Aptos"/>
              </a:defRPr>
            </a:pPr>
            <a:r>
              <a:rPr sz="2850" b="0">
                <a:solidFill>
                  <a:srgbClr val="111111"/>
                </a:solidFill>
                <a:latin typeface="Aptos"/>
                <a:ea typeface="Aptos"/>
                <a:cs typeface="Aptos"/>
              </a:rPr>
              <a:t>3   7   7</a:t>
            </a:r>
          </a:p>
        </p:txBody>
      </p:sp>
      <p:sp>
        <p:nvSpPr>
          <p:cNvPr id="14" name="Text">
            <a:extLst xmlns:a="http://schemas.openxmlformats.org/drawingml/2006/main">
              <a:ext uri="{FF2B5EF4-FFF2-40B4-BE49-F238E27FC236}">
                <a16:creationId xmlns:a16="http://schemas.microsoft.com/office/drawing/2014/main" id="{239DB79A-599D-4540-84C5-323B8E152FEC}"/>
              </a:ext>
            </a:extLst>
          </p:cNvPr>
          <p:cNvSpPr>
            <a:spLocks xmlns:a="http://schemas.openxmlformats.org/drawingml/2006/main" noGrp="1"/>
          </p:cNvSpPr>
          <p:nvPr/>
        </p:nvSpPr>
        <p:spPr>
          <a:xfrm xmlns:a="http://schemas.openxmlformats.org/drawingml/2006/main">
            <a:off x="9144000" y="409575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111111"/>
                </a:solidFill>
                <a:latin typeface="Aptos"/>
                <a:ea typeface="Aptos"/>
                <a:cs typeface="Aptos"/>
              </a:defRPr>
            </a:pPr>
            <a:r>
              <a:rPr sz="2850" b="0">
                <a:solidFill>
                  <a:srgbClr val="111111"/>
                </a:solidFill>
                <a:latin typeface="Aptos"/>
                <a:ea typeface="Aptos"/>
                <a:cs typeface="Aptos"/>
              </a:rPr>
              <a:t>2   4</a:t>
            </a:r>
          </a:p>
        </p:txBody>
      </p:sp>
      <p:sp>
        <p:nvSpPr>
          <p:cNvPr id="15" name="Text">
            <a:extLst xmlns:a="http://schemas.openxmlformats.org/drawingml/2006/main">
              <a:ext uri="{FF2B5EF4-FFF2-40B4-BE49-F238E27FC236}">
                <a16:creationId xmlns:a16="http://schemas.microsoft.com/office/drawing/2014/main" id="{5C008C2C-FA52-4744-8A99-2FDC52C27713}"/>
              </a:ext>
            </a:extLst>
          </p:cNvPr>
          <p:cNvSpPr>
            <a:spLocks xmlns:a="http://schemas.openxmlformats.org/drawingml/2006/main" noGrp="1"/>
          </p:cNvSpPr>
          <p:nvPr/>
        </p:nvSpPr>
        <p:spPr>
          <a:xfrm xmlns:a="http://schemas.openxmlformats.org/drawingml/2006/main">
            <a:off x="9144000" y="4724400"/>
            <a:ext cx="2381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111111"/>
                </a:solidFill>
                <a:latin typeface="Aptos"/>
                <a:ea typeface="Aptos"/>
                <a:cs typeface="Aptos"/>
              </a:defRPr>
            </a:pPr>
            <a:r>
              <a:rPr sz="2850" b="0">
                <a:solidFill>
                  <a:srgbClr val="111111"/>
                </a:solidFill>
                <a:latin typeface="Aptos"/>
                <a:ea typeface="Aptos"/>
                <a:cs typeface="Aptos"/>
              </a:rPr>
              <a:t>1</a:t>
            </a:r>
          </a:p>
        </p:txBody>
      </p:sp>
      <p:sp>
        <p:nvSpPr>
          <p:cNvPr id="16" name="Text">
            <a:extLst xmlns:a="http://schemas.openxmlformats.org/drawingml/2006/main">
              <a:ext uri="{FF2B5EF4-FFF2-40B4-BE49-F238E27FC236}">
                <a16:creationId xmlns:a16="http://schemas.microsoft.com/office/drawing/2014/main" id="{15528083-FABF-455E-A44E-F9D0183DA222}"/>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Read the plot back: how many delivery times are shown?</a:t>
            </a:r>
          </a:p>
        </p:txBody>
      </p:sp>
    </p:spTree>
    <p:extLst>
      <p:ext uri="{BB962C8B-B14F-4D97-AF65-F5344CB8AC3E}">
        <p14:creationId xmlns:p14="http://schemas.microsoft.com/office/powerpoint/2010/main" val="1366984417"/>
      </p:ext>
    </p:extLst>
  </p:cSld>
</p:sld>
</file>

<file path=ppt/slides/slide41.xml><?xml version="1.0" encoding="utf-8"?>
<p:sld xmlns:p="http://schemas.openxmlformats.org/presentationml/2006/main">
  <p:cSld>
    <p:spTree>
      <p:nvGrpSpPr>
        <p:cNvPr id="1" name=""/>
        <p:cNvGrpSpPr/>
        <p:nvPr/>
      </p:nvGrpSpPr>
      <p:grpSpPr>
        <a:xfrm xmlns:a="http://schemas.openxmlformats.org/drawingml/2006/main"/>
      </p:grpSpPr>
      <p:sp>
        <p:nvSpPr>
          <p:cNvPr id="33" name="Slide title">
            <a:extLst xmlns:a="http://schemas.openxmlformats.org/drawingml/2006/main">
              <a:ext uri="{FF2B5EF4-FFF2-40B4-BE49-F238E27FC236}">
                <a16:creationId xmlns:a16="http://schemas.microsoft.com/office/drawing/2014/main" id="{488B4A93-9F5A-4071-A0FD-B223A9E4646A}"/>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Your turn: ten delivery times</a:t>
            </a:r>
          </a:p>
        </p:txBody>
      </p:sp>
      <p:sp>
        <p:nvSpPr>
          <p:cNvPr id="2" name="Text">
            <a:extLst xmlns:a="http://schemas.openxmlformats.org/drawingml/2006/main">
              <a:ext uri="{FF2B5EF4-FFF2-40B4-BE49-F238E27FC236}">
                <a16:creationId xmlns:a16="http://schemas.microsoft.com/office/drawing/2014/main" id="{06653ED8-345C-460C-BBB6-1DCEE8FD8188}"/>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Build a stem-and-leaf plot. Then locate the middle observations.</a:t>
            </a:r>
          </a:p>
        </p:txBody>
      </p:sp>
      <p:sp>
        <p:nvSpPr>
          <p:cNvPr id="3" name="Rectangle 2">
            <a:extLst xmlns:a="http://schemas.openxmlformats.org/drawingml/2006/main">
              <a:ext uri="{FF2B5EF4-FFF2-40B4-BE49-F238E27FC236}">
                <a16:creationId xmlns:a16="http://schemas.microsoft.com/office/drawing/2014/main" id="{94EB7903-62C1-45C8-A648-F4F5EF1F639F}"/>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C49A4234-8617-477E-8688-2043F74866DD}"/>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A6</a:t>
            </a:r>
          </a:p>
        </p:txBody>
      </p:sp>
      <p:sp>
        <p:nvSpPr>
          <p:cNvPr id="5" name="Rectangle 4">
            <a:extLst xmlns:a="http://schemas.openxmlformats.org/drawingml/2006/main">
              <a:ext uri="{FF2B5EF4-FFF2-40B4-BE49-F238E27FC236}">
                <a16:creationId xmlns:a16="http://schemas.microsoft.com/office/drawing/2014/main" id="{491D3016-6B55-4020-AD30-356BBF9C20FB}"/>
              </a:ext>
            </a:extLst>
          </p:cNvPr>
          <p:cNvSpPr>
            <a:spLocks xmlns:a="http://schemas.openxmlformats.org/drawingml/2006/main" noGrp="1"/>
          </p:cNvSpPr>
          <p:nvPr/>
        </p:nvSpPr>
        <p:spPr>
          <a:xfrm xmlns:a="http://schemas.openxmlformats.org/drawingml/2006/main">
            <a:off x="600075" y="2886075"/>
            <a:ext cx="1038225" cy="6096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6" name="Text">
            <a:extLst xmlns:a="http://schemas.openxmlformats.org/drawingml/2006/main">
              <a:ext uri="{FF2B5EF4-FFF2-40B4-BE49-F238E27FC236}">
                <a16:creationId xmlns:a16="http://schemas.microsoft.com/office/drawing/2014/main" id="{C08BF45B-C847-4F75-B179-D68C430F94C0}"/>
              </a:ext>
            </a:extLst>
          </p:cNvPr>
          <p:cNvSpPr>
            <a:spLocks xmlns:a="http://schemas.openxmlformats.org/drawingml/2006/main" noGrp="1"/>
          </p:cNvSpPr>
          <p:nvPr/>
        </p:nvSpPr>
        <p:spPr>
          <a:xfrm xmlns:a="http://schemas.openxmlformats.org/drawingml/2006/main">
            <a:off x="619125" y="28860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27</a:t>
            </a:r>
          </a:p>
        </p:txBody>
      </p:sp>
      <p:sp>
        <p:nvSpPr>
          <p:cNvPr id="7" name="Rectangle 6">
            <a:extLst xmlns:a="http://schemas.openxmlformats.org/drawingml/2006/main">
              <a:ext uri="{FF2B5EF4-FFF2-40B4-BE49-F238E27FC236}">
                <a16:creationId xmlns:a16="http://schemas.microsoft.com/office/drawing/2014/main" id="{1683875D-2504-40C8-890C-467B36DF7802}"/>
              </a:ext>
            </a:extLst>
          </p:cNvPr>
          <p:cNvSpPr>
            <a:spLocks xmlns:a="http://schemas.openxmlformats.org/drawingml/2006/main" noGrp="1"/>
          </p:cNvSpPr>
          <p:nvPr/>
        </p:nvSpPr>
        <p:spPr>
          <a:xfrm xmlns:a="http://schemas.openxmlformats.org/drawingml/2006/main">
            <a:off x="1695450" y="2886075"/>
            <a:ext cx="1038225" cy="6096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8" name="Text">
            <a:extLst xmlns:a="http://schemas.openxmlformats.org/drawingml/2006/main">
              <a:ext uri="{FF2B5EF4-FFF2-40B4-BE49-F238E27FC236}">
                <a16:creationId xmlns:a16="http://schemas.microsoft.com/office/drawing/2014/main" id="{170A6D54-B129-46ED-9CAA-E809E317D1C3}"/>
              </a:ext>
            </a:extLst>
          </p:cNvPr>
          <p:cNvSpPr>
            <a:spLocks xmlns:a="http://schemas.openxmlformats.org/drawingml/2006/main" noGrp="1"/>
          </p:cNvSpPr>
          <p:nvPr/>
        </p:nvSpPr>
        <p:spPr>
          <a:xfrm xmlns:a="http://schemas.openxmlformats.org/drawingml/2006/main">
            <a:off x="1714500" y="28860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32</a:t>
            </a:r>
          </a:p>
        </p:txBody>
      </p:sp>
      <p:sp>
        <p:nvSpPr>
          <p:cNvPr id="9" name="Rectangle 8">
            <a:extLst xmlns:a="http://schemas.openxmlformats.org/drawingml/2006/main">
              <a:ext uri="{FF2B5EF4-FFF2-40B4-BE49-F238E27FC236}">
                <a16:creationId xmlns:a16="http://schemas.microsoft.com/office/drawing/2014/main" id="{64A53F6D-A4A6-4BEB-A4C5-C172512B73C0}"/>
              </a:ext>
            </a:extLst>
          </p:cNvPr>
          <p:cNvSpPr>
            <a:spLocks xmlns:a="http://schemas.openxmlformats.org/drawingml/2006/main" noGrp="1"/>
          </p:cNvSpPr>
          <p:nvPr/>
        </p:nvSpPr>
        <p:spPr>
          <a:xfrm xmlns:a="http://schemas.openxmlformats.org/drawingml/2006/main">
            <a:off x="2790825" y="2886075"/>
            <a:ext cx="1038225" cy="6096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0" name="Text">
            <a:extLst xmlns:a="http://schemas.openxmlformats.org/drawingml/2006/main">
              <a:ext uri="{FF2B5EF4-FFF2-40B4-BE49-F238E27FC236}">
                <a16:creationId xmlns:a16="http://schemas.microsoft.com/office/drawing/2014/main" id="{A9446813-63D4-44D7-893B-E8F1DABB215E}"/>
              </a:ext>
            </a:extLst>
          </p:cNvPr>
          <p:cNvSpPr>
            <a:spLocks xmlns:a="http://schemas.openxmlformats.org/drawingml/2006/main" noGrp="1"/>
          </p:cNvSpPr>
          <p:nvPr/>
        </p:nvSpPr>
        <p:spPr>
          <a:xfrm xmlns:a="http://schemas.openxmlformats.org/drawingml/2006/main">
            <a:off x="2809875" y="28860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24</a:t>
            </a:r>
          </a:p>
        </p:txBody>
      </p:sp>
      <p:sp>
        <p:nvSpPr>
          <p:cNvPr id="11" name="Rectangle 10">
            <a:extLst xmlns:a="http://schemas.openxmlformats.org/drawingml/2006/main">
              <a:ext uri="{FF2B5EF4-FFF2-40B4-BE49-F238E27FC236}">
                <a16:creationId xmlns:a16="http://schemas.microsoft.com/office/drawing/2014/main" id="{4B5D2449-85D2-452C-BBBD-9E3B1FDC72FE}"/>
              </a:ext>
            </a:extLst>
          </p:cNvPr>
          <p:cNvSpPr>
            <a:spLocks xmlns:a="http://schemas.openxmlformats.org/drawingml/2006/main" noGrp="1"/>
          </p:cNvSpPr>
          <p:nvPr/>
        </p:nvSpPr>
        <p:spPr>
          <a:xfrm xmlns:a="http://schemas.openxmlformats.org/drawingml/2006/main">
            <a:off x="3886200" y="2886075"/>
            <a:ext cx="1038225" cy="6096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2" name="Text">
            <a:extLst xmlns:a="http://schemas.openxmlformats.org/drawingml/2006/main">
              <a:ext uri="{FF2B5EF4-FFF2-40B4-BE49-F238E27FC236}">
                <a16:creationId xmlns:a16="http://schemas.microsoft.com/office/drawing/2014/main" id="{15F05B61-0D1F-4459-B843-3D8A84405BD8}"/>
              </a:ext>
            </a:extLst>
          </p:cNvPr>
          <p:cNvSpPr>
            <a:spLocks xmlns:a="http://schemas.openxmlformats.org/drawingml/2006/main" noGrp="1"/>
          </p:cNvSpPr>
          <p:nvPr/>
        </p:nvSpPr>
        <p:spPr>
          <a:xfrm xmlns:a="http://schemas.openxmlformats.org/drawingml/2006/main">
            <a:off x="3905250" y="28860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41</a:t>
            </a:r>
          </a:p>
        </p:txBody>
      </p:sp>
      <p:sp>
        <p:nvSpPr>
          <p:cNvPr id="13" name="Rectangle 12">
            <a:extLst xmlns:a="http://schemas.openxmlformats.org/drawingml/2006/main">
              <a:ext uri="{FF2B5EF4-FFF2-40B4-BE49-F238E27FC236}">
                <a16:creationId xmlns:a16="http://schemas.microsoft.com/office/drawing/2014/main" id="{7603D610-85BA-4667-80B2-FAFBA73818A3}"/>
              </a:ext>
            </a:extLst>
          </p:cNvPr>
          <p:cNvSpPr>
            <a:spLocks xmlns:a="http://schemas.openxmlformats.org/drawingml/2006/main" noGrp="1"/>
          </p:cNvSpPr>
          <p:nvPr/>
        </p:nvSpPr>
        <p:spPr>
          <a:xfrm xmlns:a="http://schemas.openxmlformats.org/drawingml/2006/main">
            <a:off x="4981575" y="2886075"/>
            <a:ext cx="1038225" cy="6096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0561C21A-1C48-4467-A804-21C0CA0713A4}"/>
              </a:ext>
            </a:extLst>
          </p:cNvPr>
          <p:cNvSpPr>
            <a:spLocks xmlns:a="http://schemas.openxmlformats.org/drawingml/2006/main" noGrp="1"/>
          </p:cNvSpPr>
          <p:nvPr/>
        </p:nvSpPr>
        <p:spPr>
          <a:xfrm xmlns:a="http://schemas.openxmlformats.org/drawingml/2006/main">
            <a:off x="5000625" y="28860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27</a:t>
            </a:r>
          </a:p>
        </p:txBody>
      </p:sp>
      <p:sp>
        <p:nvSpPr>
          <p:cNvPr id="15" name="Rectangle 14">
            <a:extLst xmlns:a="http://schemas.openxmlformats.org/drawingml/2006/main">
              <a:ext uri="{FF2B5EF4-FFF2-40B4-BE49-F238E27FC236}">
                <a16:creationId xmlns:a16="http://schemas.microsoft.com/office/drawing/2014/main" id="{A2DCB31C-2729-4F5F-A557-C4409859E981}"/>
              </a:ext>
            </a:extLst>
          </p:cNvPr>
          <p:cNvSpPr>
            <a:spLocks xmlns:a="http://schemas.openxmlformats.org/drawingml/2006/main" noGrp="1"/>
          </p:cNvSpPr>
          <p:nvPr/>
        </p:nvSpPr>
        <p:spPr>
          <a:xfrm xmlns:a="http://schemas.openxmlformats.org/drawingml/2006/main">
            <a:off x="6076950" y="2886075"/>
            <a:ext cx="1038225" cy="6096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6" name="Text">
            <a:extLst xmlns:a="http://schemas.openxmlformats.org/drawingml/2006/main">
              <a:ext uri="{FF2B5EF4-FFF2-40B4-BE49-F238E27FC236}">
                <a16:creationId xmlns:a16="http://schemas.microsoft.com/office/drawing/2014/main" id="{991D5CEB-6BC4-48D7-8005-29787F65E71A}"/>
              </a:ext>
            </a:extLst>
          </p:cNvPr>
          <p:cNvSpPr>
            <a:spLocks xmlns:a="http://schemas.openxmlformats.org/drawingml/2006/main" noGrp="1"/>
          </p:cNvSpPr>
          <p:nvPr/>
        </p:nvSpPr>
        <p:spPr>
          <a:xfrm xmlns:a="http://schemas.openxmlformats.org/drawingml/2006/main">
            <a:off x="6096000" y="28860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21</a:t>
            </a:r>
          </a:p>
        </p:txBody>
      </p:sp>
      <p:sp>
        <p:nvSpPr>
          <p:cNvPr id="17" name="Rectangle 16">
            <a:extLst xmlns:a="http://schemas.openxmlformats.org/drawingml/2006/main">
              <a:ext uri="{FF2B5EF4-FFF2-40B4-BE49-F238E27FC236}">
                <a16:creationId xmlns:a16="http://schemas.microsoft.com/office/drawing/2014/main" id="{D5161BCC-7681-4352-82C1-527D3802EA79}"/>
              </a:ext>
            </a:extLst>
          </p:cNvPr>
          <p:cNvSpPr>
            <a:spLocks xmlns:a="http://schemas.openxmlformats.org/drawingml/2006/main" noGrp="1"/>
          </p:cNvSpPr>
          <p:nvPr/>
        </p:nvSpPr>
        <p:spPr>
          <a:xfrm xmlns:a="http://schemas.openxmlformats.org/drawingml/2006/main">
            <a:off x="7172325" y="2886075"/>
            <a:ext cx="1038225" cy="6096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98FCF9B0-F16C-44DA-97D8-F2AA32FFA5CC}"/>
              </a:ext>
            </a:extLst>
          </p:cNvPr>
          <p:cNvSpPr>
            <a:spLocks xmlns:a="http://schemas.openxmlformats.org/drawingml/2006/main" noGrp="1"/>
          </p:cNvSpPr>
          <p:nvPr/>
        </p:nvSpPr>
        <p:spPr>
          <a:xfrm xmlns:a="http://schemas.openxmlformats.org/drawingml/2006/main">
            <a:off x="7191375" y="28860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38</a:t>
            </a:r>
          </a:p>
        </p:txBody>
      </p:sp>
      <p:sp>
        <p:nvSpPr>
          <p:cNvPr id="19" name="Rectangle 18">
            <a:extLst xmlns:a="http://schemas.openxmlformats.org/drawingml/2006/main">
              <a:ext uri="{FF2B5EF4-FFF2-40B4-BE49-F238E27FC236}">
                <a16:creationId xmlns:a16="http://schemas.microsoft.com/office/drawing/2014/main" id="{B4B2A0FA-4784-45B6-B45C-292CB739F651}"/>
              </a:ext>
            </a:extLst>
          </p:cNvPr>
          <p:cNvSpPr>
            <a:spLocks xmlns:a="http://schemas.openxmlformats.org/drawingml/2006/main" noGrp="1"/>
          </p:cNvSpPr>
          <p:nvPr/>
        </p:nvSpPr>
        <p:spPr>
          <a:xfrm xmlns:a="http://schemas.openxmlformats.org/drawingml/2006/main">
            <a:off x="8267700" y="2886075"/>
            <a:ext cx="1038225" cy="6096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0" name="Text">
            <a:extLst xmlns:a="http://schemas.openxmlformats.org/drawingml/2006/main">
              <a:ext uri="{FF2B5EF4-FFF2-40B4-BE49-F238E27FC236}">
                <a16:creationId xmlns:a16="http://schemas.microsoft.com/office/drawing/2014/main" id="{62745661-4FCA-4223-AD64-9CEED0DCD87E}"/>
              </a:ext>
            </a:extLst>
          </p:cNvPr>
          <p:cNvSpPr>
            <a:spLocks xmlns:a="http://schemas.openxmlformats.org/drawingml/2006/main" noGrp="1"/>
          </p:cNvSpPr>
          <p:nvPr/>
        </p:nvSpPr>
        <p:spPr>
          <a:xfrm xmlns:a="http://schemas.openxmlformats.org/drawingml/2006/main">
            <a:off x="8286750" y="28860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30</a:t>
            </a:r>
          </a:p>
        </p:txBody>
      </p:sp>
      <p:sp>
        <p:nvSpPr>
          <p:cNvPr id="21" name="Rectangle 20">
            <a:extLst xmlns:a="http://schemas.openxmlformats.org/drawingml/2006/main">
              <a:ext uri="{FF2B5EF4-FFF2-40B4-BE49-F238E27FC236}">
                <a16:creationId xmlns:a16="http://schemas.microsoft.com/office/drawing/2014/main" id="{3F66A49F-78EB-425F-891E-40C619556523}"/>
              </a:ext>
            </a:extLst>
          </p:cNvPr>
          <p:cNvSpPr>
            <a:spLocks xmlns:a="http://schemas.openxmlformats.org/drawingml/2006/main" noGrp="1"/>
          </p:cNvSpPr>
          <p:nvPr/>
        </p:nvSpPr>
        <p:spPr>
          <a:xfrm xmlns:a="http://schemas.openxmlformats.org/drawingml/2006/main">
            <a:off x="9363075" y="2886075"/>
            <a:ext cx="1038225" cy="6096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2" name="Text">
            <a:extLst xmlns:a="http://schemas.openxmlformats.org/drawingml/2006/main">
              <a:ext uri="{FF2B5EF4-FFF2-40B4-BE49-F238E27FC236}">
                <a16:creationId xmlns:a16="http://schemas.microsoft.com/office/drawing/2014/main" id="{5A8AD36B-8071-43E3-864E-3780353C469C}"/>
              </a:ext>
            </a:extLst>
          </p:cNvPr>
          <p:cNvSpPr>
            <a:spLocks xmlns:a="http://schemas.openxmlformats.org/drawingml/2006/main" noGrp="1"/>
          </p:cNvSpPr>
          <p:nvPr/>
        </p:nvSpPr>
        <p:spPr>
          <a:xfrm xmlns:a="http://schemas.openxmlformats.org/drawingml/2006/main">
            <a:off x="9382125" y="28860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26</a:t>
            </a:r>
          </a:p>
        </p:txBody>
      </p:sp>
      <p:sp>
        <p:nvSpPr>
          <p:cNvPr id="23" name="Rectangle 22">
            <a:extLst xmlns:a="http://schemas.openxmlformats.org/drawingml/2006/main">
              <a:ext uri="{FF2B5EF4-FFF2-40B4-BE49-F238E27FC236}">
                <a16:creationId xmlns:a16="http://schemas.microsoft.com/office/drawing/2014/main" id="{E2C8A6FC-814D-4078-AF5D-6E6C3ACFEBFD}"/>
              </a:ext>
            </a:extLst>
          </p:cNvPr>
          <p:cNvSpPr>
            <a:spLocks xmlns:a="http://schemas.openxmlformats.org/drawingml/2006/main" noGrp="1"/>
          </p:cNvSpPr>
          <p:nvPr/>
        </p:nvSpPr>
        <p:spPr>
          <a:xfrm xmlns:a="http://schemas.openxmlformats.org/drawingml/2006/main">
            <a:off x="10458450" y="2886075"/>
            <a:ext cx="1038225" cy="609600"/>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4" name="Text">
            <a:extLst xmlns:a="http://schemas.openxmlformats.org/drawingml/2006/main">
              <a:ext uri="{FF2B5EF4-FFF2-40B4-BE49-F238E27FC236}">
                <a16:creationId xmlns:a16="http://schemas.microsoft.com/office/drawing/2014/main" id="{7BBEFDDE-79BA-43D6-BD26-DAE9B378905C}"/>
              </a:ext>
            </a:extLst>
          </p:cNvPr>
          <p:cNvSpPr>
            <a:spLocks xmlns:a="http://schemas.openxmlformats.org/drawingml/2006/main" noGrp="1"/>
          </p:cNvSpPr>
          <p:nvPr/>
        </p:nvSpPr>
        <p:spPr>
          <a:xfrm xmlns:a="http://schemas.openxmlformats.org/drawingml/2006/main">
            <a:off x="10477500" y="28860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550" b="0">
                <a:solidFill>
                  <a:srgbClr val="111111"/>
                </a:solidFill>
                <a:latin typeface="Aptos"/>
                <a:ea typeface="Aptos"/>
                <a:cs typeface="Aptos"/>
              </a:defRPr>
            </a:pPr>
            <a:r>
              <a:rPr sz="2550" b="0">
                <a:solidFill>
                  <a:srgbClr val="111111"/>
                </a:solidFill>
                <a:latin typeface="Aptos"/>
                <a:ea typeface="Aptos"/>
                <a:cs typeface="Aptos"/>
              </a:rPr>
              <a:t>24</a:t>
            </a:r>
          </a:p>
        </p:txBody>
      </p:sp>
      <p:sp>
        <p:nvSpPr>
          <p:cNvPr id="25" name="Text">
            <a:extLst xmlns:a="http://schemas.openxmlformats.org/drawingml/2006/main">
              <a:ext uri="{FF2B5EF4-FFF2-40B4-BE49-F238E27FC236}">
                <a16:creationId xmlns:a16="http://schemas.microsoft.com/office/drawing/2014/main" id="{E5544D54-A08B-4357-B2CA-02D05FD5B17A}"/>
              </a:ext>
            </a:extLst>
          </p:cNvPr>
          <p:cNvSpPr>
            <a:spLocks xmlns:a="http://schemas.openxmlformats.org/drawingml/2006/main" noGrp="1"/>
          </p:cNvSpPr>
          <p:nvPr/>
        </p:nvSpPr>
        <p:spPr>
          <a:xfrm xmlns:a="http://schemas.openxmlformats.org/drawingml/2006/main">
            <a:off x="619125" y="3857625"/>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Put the leaves in increasing order.</a:t>
            </a:r>
          </a:p>
        </p:txBody>
      </p:sp>
      <p:sp>
        <p:nvSpPr>
          <p:cNvPr id="26" name="Text">
            <a:extLst xmlns:a="http://schemas.openxmlformats.org/drawingml/2006/main">
              <a:ext uri="{FF2B5EF4-FFF2-40B4-BE49-F238E27FC236}">
                <a16:creationId xmlns:a16="http://schemas.microsoft.com/office/drawing/2014/main" id="{80AB988B-A16B-45AF-99A2-1D3AC45BB410}"/>
              </a:ext>
            </a:extLst>
          </p:cNvPr>
          <p:cNvSpPr>
            <a:spLocks xmlns:a="http://schemas.openxmlformats.org/drawingml/2006/main" noGrp="1"/>
          </p:cNvSpPr>
          <p:nvPr/>
        </p:nvSpPr>
        <p:spPr>
          <a:xfrm xmlns:a="http://schemas.openxmlformats.org/drawingml/2006/main">
            <a:off x="619125" y="4362450"/>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Keep repeated values.</a:t>
            </a:r>
          </a:p>
        </p:txBody>
      </p:sp>
      <p:sp>
        <p:nvSpPr>
          <p:cNvPr id="27" name="Text">
            <a:extLst xmlns:a="http://schemas.openxmlformats.org/drawingml/2006/main">
              <a:ext uri="{FF2B5EF4-FFF2-40B4-BE49-F238E27FC236}">
                <a16:creationId xmlns:a16="http://schemas.microsoft.com/office/drawing/2014/main" id="{84093107-5E4F-4C85-AE92-972A4FA3CCA2}"/>
              </a:ext>
            </a:extLst>
          </p:cNvPr>
          <p:cNvSpPr>
            <a:spLocks xmlns:a="http://schemas.openxmlformats.org/drawingml/2006/main" noGrp="1"/>
          </p:cNvSpPr>
          <p:nvPr/>
        </p:nvSpPr>
        <p:spPr>
          <a:xfrm xmlns:a="http://schemas.openxmlformats.org/drawingml/2006/main">
            <a:off x="619125" y="4867275"/>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Include a key with minutes.</a:t>
            </a:r>
          </a:p>
        </p:txBody>
      </p:sp>
      <p:sp>
        <p:nvSpPr>
          <p:cNvPr id="28" name="Text">
            <a:extLst xmlns:a="http://schemas.openxmlformats.org/drawingml/2006/main">
              <a:ext uri="{FF2B5EF4-FFF2-40B4-BE49-F238E27FC236}">
                <a16:creationId xmlns:a16="http://schemas.microsoft.com/office/drawing/2014/main" id="{35D9D2DC-E167-4D50-9E5D-8DB8090766F0}"/>
              </a:ext>
            </a:extLst>
          </p:cNvPr>
          <p:cNvSpPr>
            <a:spLocks xmlns:a="http://schemas.openxmlformats.org/drawingml/2006/main" noGrp="1"/>
          </p:cNvSpPr>
          <p:nvPr/>
        </p:nvSpPr>
        <p:spPr>
          <a:xfrm xmlns:a="http://schemas.openxmlformats.org/drawingml/2006/main">
            <a:off x="619125" y="5372100"/>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250" b="0">
                <a:solidFill>
                  <a:srgbClr val="111111"/>
                </a:solidFill>
                <a:latin typeface="Aptos"/>
                <a:ea typeface="Aptos"/>
                <a:cs typeface="Aptos"/>
              </a:defRPr>
            </a:pPr>
            <a:r>
              <a:rPr sz="2250" b="0">
                <a:solidFill>
                  <a:srgbClr val="111111"/>
                </a:solidFill>
                <a:latin typeface="Aptos"/>
                <a:ea typeface="Aptos"/>
                <a:cs typeface="Aptos"/>
              </a:rPr>
              <a:t>Check that there are ten leaves.</a:t>
            </a:r>
          </a:p>
        </p:txBody>
      </p:sp>
      <p:sp>
        <p:nvSpPr>
          <p:cNvPr id="29" name="Text">
            <a:extLst xmlns:a="http://schemas.openxmlformats.org/drawingml/2006/main">
              <a:ext uri="{FF2B5EF4-FFF2-40B4-BE49-F238E27FC236}">
                <a16:creationId xmlns:a16="http://schemas.microsoft.com/office/drawing/2014/main" id="{346BF495-8389-4BF9-BC0D-55FBF3414E74}"/>
              </a:ext>
            </a:extLst>
          </p:cNvPr>
          <p:cNvSpPr>
            <a:spLocks xmlns:a="http://schemas.openxmlformats.org/drawingml/2006/main" noGrp="1"/>
          </p:cNvSpPr>
          <p:nvPr/>
        </p:nvSpPr>
        <p:spPr>
          <a:xfrm xmlns:a="http://schemas.openxmlformats.org/drawingml/2006/main">
            <a:off x="8372475" y="38671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Aptos"/>
                <a:ea typeface="Aptos"/>
                <a:cs typeface="Aptos"/>
              </a:defRPr>
            </a:pPr>
            <a:r>
              <a:rPr sz="2175" b="1">
                <a:solidFill>
                  <a:srgbClr val="111111"/>
                </a:solidFill>
                <a:latin typeface="Aptos"/>
                <a:ea typeface="Aptos"/>
                <a:cs typeface="Aptos"/>
              </a:rPr>
              <a:t>Stem</a:t>
            </a:r>
          </a:p>
        </p:txBody>
      </p:sp>
      <p:sp>
        <p:nvSpPr>
          <p:cNvPr id="30" name="Text">
            <a:extLst xmlns:a="http://schemas.openxmlformats.org/drawingml/2006/main">
              <a:ext uri="{FF2B5EF4-FFF2-40B4-BE49-F238E27FC236}">
                <a16:creationId xmlns:a16="http://schemas.microsoft.com/office/drawing/2014/main" id="{EB0DBFB3-4E14-4D3C-B536-25A4A6812B96}"/>
              </a:ext>
            </a:extLst>
          </p:cNvPr>
          <p:cNvSpPr>
            <a:spLocks xmlns:a="http://schemas.openxmlformats.org/drawingml/2006/main" noGrp="1"/>
          </p:cNvSpPr>
          <p:nvPr/>
        </p:nvSpPr>
        <p:spPr>
          <a:xfrm xmlns:a="http://schemas.openxmlformats.org/drawingml/2006/main">
            <a:off x="10134600" y="3867150"/>
            <a:ext cx="142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Aptos"/>
                <a:ea typeface="Aptos"/>
                <a:cs typeface="Aptos"/>
              </a:defRPr>
            </a:pPr>
            <a:r>
              <a:rPr sz="2175" b="1">
                <a:solidFill>
                  <a:srgbClr val="111111"/>
                </a:solidFill>
                <a:latin typeface="Aptos"/>
                <a:ea typeface="Aptos"/>
                <a:cs typeface="Aptos"/>
              </a:rPr>
              <a:t>Leaf</a:t>
            </a:r>
          </a:p>
        </p:txBody>
      </p:sp>
      <p:sp>
        <p:nvSpPr>
          <p:cNvPr id="31" name="Freeform 30">
            <a:extLst xmlns:a="http://schemas.openxmlformats.org/drawingml/2006/main">
              <a:ext uri="{FF2B5EF4-FFF2-40B4-BE49-F238E27FC236}">
                <a16:creationId xmlns:a16="http://schemas.microsoft.com/office/drawing/2014/main" id="{40D15220-76E4-43AF-972F-72CCA6B644D3}"/>
              </a:ext>
            </a:extLst>
          </p:cNvPr>
          <p:cNvSpPr>
            <a:spLocks xmlns:a="http://schemas.openxmlformats.org/drawingml/2006/main" noGrp="1"/>
          </p:cNvSpPr>
          <p:nvPr/>
        </p:nvSpPr>
        <p:spPr>
          <a:xfrm xmlns:a="http://schemas.openxmlformats.org/drawingml/2006/main">
            <a:off x="9896475" y="3790950"/>
            <a:ext cx="953" cy="1838325"/>
          </a:xfrm>
          <a:custGeom xmlns:a="http://schemas.openxmlformats.org/drawingml/2006/main">
            <a:rect l="0" t="0" r="0" b="0"/>
            <a:pathLst>
              <a:path w="953" h="1838325">
                <a:moveTo>
                  <a:pt x="0" y="0"/>
                </a:moveTo>
                <a:lnTo>
                  <a:pt x="0" y="1838325"/>
                </a:lnTo>
              </a:path>
            </a:pathLst>
          </a:custGeom>
          <a:noFill xmlns:a="http://schemas.openxmlformats.org/drawingml/2006/main"/>
          <a:ln xmlns:a="http://schemas.openxmlformats.org/drawingml/2006/main" w="19050">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32" name="Text">
            <a:extLst xmlns:a="http://schemas.openxmlformats.org/drawingml/2006/main">
              <a:ext uri="{FF2B5EF4-FFF2-40B4-BE49-F238E27FC236}">
                <a16:creationId xmlns:a16="http://schemas.microsoft.com/office/drawing/2014/main" id="{CF583F87-9EA5-405C-A88D-F7BC44E1C565}"/>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4 minutes. The next slide checks the plot; then we will read its median together.</a:t>
            </a:r>
          </a:p>
        </p:txBody>
      </p:sp>
    </p:spTree>
    <p:extLst>
      <p:ext uri="{BB962C8B-B14F-4D97-AF65-F5344CB8AC3E}">
        <p14:creationId xmlns:p14="http://schemas.microsoft.com/office/powerpoint/2010/main" val="589901009"/>
      </p:ext>
    </p:extLst>
  </p:cSld>
</p:sld>
</file>

<file path=ppt/slides/slide42.xml><?xml version="1.0" encoding="utf-8"?>
<p:sld xmlns:p="http://schemas.openxmlformats.org/presentationml/2006/main">
  <p:cSld>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8D794BB9-3940-4C90-8BA8-69EDEB7915E4}"/>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Delivery times: check the plot</a:t>
            </a:r>
          </a:p>
        </p:txBody>
      </p:sp>
      <p:sp>
        <p:nvSpPr>
          <p:cNvPr id="2" name="Text">
            <a:extLst xmlns:a="http://schemas.openxmlformats.org/drawingml/2006/main">
              <a:ext uri="{FF2B5EF4-FFF2-40B4-BE49-F238E27FC236}">
                <a16:creationId xmlns:a16="http://schemas.microsoft.com/office/drawing/2014/main" id="{3D7C66F5-977F-49CE-90BD-FA5A5A65108F}"/>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Read each leaf as one original delivery time.</a:t>
            </a:r>
          </a:p>
        </p:txBody>
      </p:sp>
      <p:sp>
        <p:nvSpPr>
          <p:cNvPr id="3" name="Rectangle 2">
            <a:extLst xmlns:a="http://schemas.openxmlformats.org/drawingml/2006/main">
              <a:ext uri="{FF2B5EF4-FFF2-40B4-BE49-F238E27FC236}">
                <a16:creationId xmlns:a16="http://schemas.microsoft.com/office/drawing/2014/main" id="{45043D98-4B4B-499B-B6BD-4801BA05C22F}"/>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B51125A6-AB01-4F0F-9792-88F517D242ED}"/>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A6</a:t>
            </a:r>
          </a:p>
        </p:txBody>
      </p:sp>
      <p:sp>
        <p:nvSpPr>
          <p:cNvPr id="5" name="Text">
            <a:extLst xmlns:a="http://schemas.openxmlformats.org/drawingml/2006/main">
              <a:ext uri="{FF2B5EF4-FFF2-40B4-BE49-F238E27FC236}">
                <a16:creationId xmlns:a16="http://schemas.microsoft.com/office/drawing/2014/main" id="{F7B4FD1F-8C16-42A2-9E61-149AD12BDC45}"/>
              </a:ext>
            </a:extLst>
          </p:cNvPr>
          <p:cNvSpPr>
            <a:spLocks xmlns:a="http://schemas.openxmlformats.org/drawingml/2006/main" noGrp="1"/>
          </p:cNvSpPr>
          <p:nvPr/>
        </p:nvSpPr>
        <p:spPr>
          <a:xfrm xmlns:a="http://schemas.openxmlformats.org/drawingml/2006/main">
            <a:off x="904875" y="2914650"/>
            <a:ext cx="142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Aptos"/>
                <a:ea typeface="Aptos"/>
                <a:cs typeface="Aptos"/>
              </a:defRPr>
            </a:pPr>
            <a:r>
              <a:rPr sz="2175" b="1">
                <a:solidFill>
                  <a:srgbClr val="111111"/>
                </a:solidFill>
                <a:latin typeface="Aptos"/>
                <a:ea typeface="Aptos"/>
                <a:cs typeface="Aptos"/>
              </a:rPr>
              <a:t>Stem</a:t>
            </a:r>
          </a:p>
        </p:txBody>
      </p:sp>
      <p:sp>
        <p:nvSpPr>
          <p:cNvPr id="6" name="Text">
            <a:extLst xmlns:a="http://schemas.openxmlformats.org/drawingml/2006/main">
              <a:ext uri="{FF2B5EF4-FFF2-40B4-BE49-F238E27FC236}">
                <a16:creationId xmlns:a16="http://schemas.microsoft.com/office/drawing/2014/main" id="{A8EC2DD8-E3BA-4AC8-BB22-96CED5E3C769}"/>
              </a:ext>
            </a:extLst>
          </p:cNvPr>
          <p:cNvSpPr>
            <a:spLocks xmlns:a="http://schemas.openxmlformats.org/drawingml/2006/main" noGrp="1"/>
          </p:cNvSpPr>
          <p:nvPr/>
        </p:nvSpPr>
        <p:spPr>
          <a:xfrm xmlns:a="http://schemas.openxmlformats.org/drawingml/2006/main">
            <a:off x="3476625" y="2914650"/>
            <a:ext cx="4524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1">
                <a:solidFill>
                  <a:srgbClr val="111111"/>
                </a:solidFill>
                <a:latin typeface="Aptos"/>
                <a:ea typeface="Aptos"/>
                <a:cs typeface="Aptos"/>
              </a:defRPr>
            </a:pPr>
            <a:r>
              <a:rPr sz="2175" b="1">
                <a:solidFill>
                  <a:srgbClr val="111111"/>
                </a:solidFill>
                <a:latin typeface="Aptos"/>
                <a:ea typeface="Aptos"/>
                <a:cs typeface="Aptos"/>
              </a:rPr>
              <a:t>Leaf</a:t>
            </a:r>
          </a:p>
        </p:txBody>
      </p:sp>
      <p:sp>
        <p:nvSpPr>
          <p:cNvPr id="7" name="Freeform 6">
            <a:extLst xmlns:a="http://schemas.openxmlformats.org/drawingml/2006/main">
              <a:ext uri="{FF2B5EF4-FFF2-40B4-BE49-F238E27FC236}">
                <a16:creationId xmlns:a16="http://schemas.microsoft.com/office/drawing/2014/main" id="{3A4DE97D-6C22-4C76-98EE-A025FD06F6A2}"/>
              </a:ext>
            </a:extLst>
          </p:cNvPr>
          <p:cNvSpPr>
            <a:spLocks xmlns:a="http://schemas.openxmlformats.org/drawingml/2006/main" noGrp="1"/>
          </p:cNvSpPr>
          <p:nvPr/>
        </p:nvSpPr>
        <p:spPr>
          <a:xfrm xmlns:a="http://schemas.openxmlformats.org/drawingml/2006/main">
            <a:off x="2724150" y="2857500"/>
            <a:ext cx="953" cy="2466975"/>
          </a:xfrm>
          <a:custGeom xmlns:a="http://schemas.openxmlformats.org/drawingml/2006/main">
            <a:rect l="0" t="0" r="0" b="0"/>
            <a:pathLst>
              <a:path w="953" h="2466975">
                <a:moveTo>
                  <a:pt x="0" y="0"/>
                </a:moveTo>
                <a:lnTo>
                  <a:pt x="0" y="2466975"/>
                </a:lnTo>
              </a:path>
            </a:pathLst>
          </a:custGeom>
          <a:noFill xmlns:a="http://schemas.openxmlformats.org/drawingml/2006/main"/>
          <a:ln xmlns:a="http://schemas.openxmlformats.org/drawingml/2006/main" w="19050">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8" name="Text">
            <a:extLst xmlns:a="http://schemas.openxmlformats.org/drawingml/2006/main">
              <a:ext uri="{FF2B5EF4-FFF2-40B4-BE49-F238E27FC236}">
                <a16:creationId xmlns:a16="http://schemas.microsoft.com/office/drawing/2014/main" id="{64891DB3-31E9-4901-BE8C-71354085E2BE}"/>
              </a:ext>
            </a:extLst>
          </p:cNvPr>
          <p:cNvSpPr>
            <a:spLocks xmlns:a="http://schemas.openxmlformats.org/drawingml/2006/main" noGrp="1"/>
          </p:cNvSpPr>
          <p:nvPr/>
        </p:nvSpPr>
        <p:spPr>
          <a:xfrm xmlns:a="http://schemas.openxmlformats.org/drawingml/2006/main">
            <a:off x="1266825" y="346710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75" b="0">
                <a:solidFill>
                  <a:srgbClr val="111111"/>
                </a:solidFill>
                <a:latin typeface="Aptos"/>
                <a:ea typeface="Aptos"/>
                <a:cs typeface="Aptos"/>
              </a:defRPr>
            </a:pPr>
            <a:r>
              <a:rPr sz="3075" b="0">
                <a:solidFill>
                  <a:srgbClr val="111111"/>
                </a:solidFill>
                <a:latin typeface="Aptos"/>
                <a:ea typeface="Aptos"/>
                <a:cs typeface="Aptos"/>
              </a:rPr>
              <a:t>2</a:t>
            </a:r>
          </a:p>
        </p:txBody>
      </p:sp>
      <p:sp>
        <p:nvSpPr>
          <p:cNvPr id="9" name="Text">
            <a:extLst xmlns:a="http://schemas.openxmlformats.org/drawingml/2006/main">
              <a:ext uri="{FF2B5EF4-FFF2-40B4-BE49-F238E27FC236}">
                <a16:creationId xmlns:a16="http://schemas.microsoft.com/office/drawing/2014/main" id="{C26619E3-0CC9-4CAD-A4EE-9BF6FBC4CAC0}"/>
              </a:ext>
            </a:extLst>
          </p:cNvPr>
          <p:cNvSpPr>
            <a:spLocks xmlns:a="http://schemas.openxmlformats.org/drawingml/2006/main" noGrp="1"/>
          </p:cNvSpPr>
          <p:nvPr/>
        </p:nvSpPr>
        <p:spPr>
          <a:xfrm xmlns:a="http://schemas.openxmlformats.org/drawingml/2006/main">
            <a:off x="1266825" y="411480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75" b="0">
                <a:solidFill>
                  <a:srgbClr val="111111"/>
                </a:solidFill>
                <a:latin typeface="Aptos"/>
                <a:ea typeface="Aptos"/>
                <a:cs typeface="Aptos"/>
              </a:defRPr>
            </a:pPr>
            <a:r>
              <a:rPr sz="3075" b="0">
                <a:solidFill>
                  <a:srgbClr val="111111"/>
                </a:solidFill>
                <a:latin typeface="Aptos"/>
                <a:ea typeface="Aptos"/>
                <a:cs typeface="Aptos"/>
              </a:rPr>
              <a:t>3</a:t>
            </a:r>
          </a:p>
        </p:txBody>
      </p:sp>
      <p:sp>
        <p:nvSpPr>
          <p:cNvPr id="10" name="Text">
            <a:extLst xmlns:a="http://schemas.openxmlformats.org/drawingml/2006/main">
              <a:ext uri="{FF2B5EF4-FFF2-40B4-BE49-F238E27FC236}">
                <a16:creationId xmlns:a16="http://schemas.microsoft.com/office/drawing/2014/main" id="{4781E277-B228-445F-B2C9-B0EEDE131A75}"/>
              </a:ext>
            </a:extLst>
          </p:cNvPr>
          <p:cNvSpPr>
            <a:spLocks xmlns:a="http://schemas.openxmlformats.org/drawingml/2006/main" noGrp="1"/>
          </p:cNvSpPr>
          <p:nvPr/>
        </p:nvSpPr>
        <p:spPr>
          <a:xfrm xmlns:a="http://schemas.openxmlformats.org/drawingml/2006/main">
            <a:off x="1266825" y="4762500"/>
            <a:ext cx="80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3075" b="0">
                <a:solidFill>
                  <a:srgbClr val="111111"/>
                </a:solidFill>
                <a:latin typeface="Aptos"/>
                <a:ea typeface="Aptos"/>
                <a:cs typeface="Aptos"/>
              </a:defRPr>
            </a:pPr>
            <a:r>
              <a:rPr sz="3075" b="0">
                <a:solidFill>
                  <a:srgbClr val="111111"/>
                </a:solidFill>
                <a:latin typeface="Aptos"/>
                <a:ea typeface="Aptos"/>
                <a:cs typeface="Aptos"/>
              </a:rPr>
              <a:t>4</a:t>
            </a:r>
          </a:p>
        </p:txBody>
      </p:sp>
      <p:sp>
        <p:nvSpPr>
          <p:cNvPr id="11" name="Text">
            <a:extLst xmlns:a="http://schemas.openxmlformats.org/drawingml/2006/main">
              <a:ext uri="{FF2B5EF4-FFF2-40B4-BE49-F238E27FC236}">
                <a16:creationId xmlns:a16="http://schemas.microsoft.com/office/drawing/2014/main" id="{BFB78E1C-F6F6-42E9-8AC8-89C74F933EED}"/>
              </a:ext>
            </a:extLst>
          </p:cNvPr>
          <p:cNvSpPr>
            <a:spLocks xmlns:a="http://schemas.openxmlformats.org/drawingml/2006/main" noGrp="1"/>
          </p:cNvSpPr>
          <p:nvPr/>
        </p:nvSpPr>
        <p:spPr>
          <a:xfrm xmlns:a="http://schemas.openxmlformats.org/drawingml/2006/main">
            <a:off x="3476625" y="3467100"/>
            <a:ext cx="4857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111111"/>
                </a:solidFill>
                <a:latin typeface="Aptos"/>
                <a:ea typeface="Aptos"/>
                <a:cs typeface="Aptos"/>
              </a:defRPr>
            </a:pPr>
            <a:r>
              <a:rPr sz="2850" b="0">
                <a:solidFill>
                  <a:srgbClr val="111111"/>
                </a:solidFill>
                <a:latin typeface="Aptos"/>
                <a:ea typeface="Aptos"/>
                <a:cs typeface="Aptos"/>
              </a:rPr>
              <a:t>1   4   4   6   7   7</a:t>
            </a:r>
          </a:p>
        </p:txBody>
      </p:sp>
      <p:sp>
        <p:nvSpPr>
          <p:cNvPr id="12" name="Text">
            <a:extLst xmlns:a="http://schemas.openxmlformats.org/drawingml/2006/main">
              <a:ext uri="{FF2B5EF4-FFF2-40B4-BE49-F238E27FC236}">
                <a16:creationId xmlns:a16="http://schemas.microsoft.com/office/drawing/2014/main" id="{490408D8-A166-4425-A655-7B3469C96E19}"/>
              </a:ext>
            </a:extLst>
          </p:cNvPr>
          <p:cNvSpPr>
            <a:spLocks xmlns:a="http://schemas.openxmlformats.org/drawingml/2006/main" noGrp="1"/>
          </p:cNvSpPr>
          <p:nvPr/>
        </p:nvSpPr>
        <p:spPr>
          <a:xfrm xmlns:a="http://schemas.openxmlformats.org/drawingml/2006/main">
            <a:off x="3476625" y="4114800"/>
            <a:ext cx="4857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111111"/>
                </a:solidFill>
                <a:latin typeface="Aptos"/>
                <a:ea typeface="Aptos"/>
                <a:cs typeface="Aptos"/>
              </a:defRPr>
            </a:pPr>
            <a:r>
              <a:rPr sz="2850" b="0">
                <a:solidFill>
                  <a:srgbClr val="111111"/>
                </a:solidFill>
                <a:latin typeface="Aptos"/>
                <a:ea typeface="Aptos"/>
                <a:cs typeface="Aptos"/>
              </a:rPr>
              <a:t>0   2   8</a:t>
            </a:r>
          </a:p>
        </p:txBody>
      </p:sp>
      <p:sp>
        <p:nvSpPr>
          <p:cNvPr id="13" name="Text">
            <a:extLst xmlns:a="http://schemas.openxmlformats.org/drawingml/2006/main">
              <a:ext uri="{FF2B5EF4-FFF2-40B4-BE49-F238E27FC236}">
                <a16:creationId xmlns:a16="http://schemas.microsoft.com/office/drawing/2014/main" id="{1E914A44-3FC0-4B95-9E07-F3113FE00628}"/>
              </a:ext>
            </a:extLst>
          </p:cNvPr>
          <p:cNvSpPr>
            <a:spLocks xmlns:a="http://schemas.openxmlformats.org/drawingml/2006/main" noGrp="1"/>
          </p:cNvSpPr>
          <p:nvPr/>
        </p:nvSpPr>
        <p:spPr>
          <a:xfrm xmlns:a="http://schemas.openxmlformats.org/drawingml/2006/main">
            <a:off x="3476625" y="4762500"/>
            <a:ext cx="4857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111111"/>
                </a:solidFill>
                <a:latin typeface="Aptos"/>
                <a:ea typeface="Aptos"/>
                <a:cs typeface="Aptos"/>
              </a:defRPr>
            </a:pPr>
            <a:r>
              <a:rPr sz="2850" b="0">
                <a:solidFill>
                  <a:srgbClr val="111111"/>
                </a:solidFill>
                <a:latin typeface="Aptos"/>
                <a:ea typeface="Aptos"/>
                <a:cs typeface="Aptos"/>
              </a:rPr>
              <a:t>1</a:t>
            </a:r>
          </a:p>
        </p:txBody>
      </p:sp>
      <p:sp>
        <p:nvSpPr>
          <p:cNvPr id="14" name="Text">
            <a:extLst xmlns:a="http://schemas.openxmlformats.org/drawingml/2006/main">
              <a:ext uri="{FF2B5EF4-FFF2-40B4-BE49-F238E27FC236}">
                <a16:creationId xmlns:a16="http://schemas.microsoft.com/office/drawing/2014/main" id="{E74B6B16-94D8-4A51-B9B5-E8B0BDE90EF1}"/>
              </a:ext>
            </a:extLst>
          </p:cNvPr>
          <p:cNvSpPr>
            <a:spLocks xmlns:a="http://schemas.openxmlformats.org/drawingml/2006/main" noGrp="1"/>
          </p:cNvSpPr>
          <p:nvPr/>
        </p:nvSpPr>
        <p:spPr>
          <a:xfrm xmlns:a="http://schemas.openxmlformats.org/drawingml/2006/main">
            <a:off x="8753475" y="3305175"/>
            <a:ext cx="2714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6 + 3 + 1 = 10 leaves</a:t>
            </a:r>
          </a:p>
        </p:txBody>
      </p:sp>
      <p:sp>
        <p:nvSpPr>
          <p:cNvPr id="15" name="Text">
            <a:extLst xmlns:a="http://schemas.openxmlformats.org/drawingml/2006/main">
              <a:ext uri="{FF2B5EF4-FFF2-40B4-BE49-F238E27FC236}">
                <a16:creationId xmlns:a16="http://schemas.microsoft.com/office/drawing/2014/main" id="{754B71A6-E11C-4E04-8CC4-C76E08F77792}"/>
              </a:ext>
            </a:extLst>
          </p:cNvPr>
          <p:cNvSpPr>
            <a:spLocks xmlns:a="http://schemas.openxmlformats.org/drawingml/2006/main" noGrp="1"/>
          </p:cNvSpPr>
          <p:nvPr/>
        </p:nvSpPr>
        <p:spPr>
          <a:xfrm xmlns:a="http://schemas.openxmlformats.org/drawingml/2006/main">
            <a:off x="8753475" y="4581525"/>
            <a:ext cx="2714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Each repeated leaf</a:t>
            </a:r>
          </a:p>
          <a:p xmlns:a="http://schemas.openxmlformats.org/drawingml/2006/main">
            <a:pPr algn="l">
              <a:buNone/>
              <a:defRPr sz="2175" b="0">
                <a:solidFill>
                  <a:srgbClr val="111111"/>
                </a:solidFill>
                <a:latin typeface="Aptos"/>
                <a:ea typeface="Aptos"/>
                <a:cs typeface="Aptos"/>
              </a:defRPr>
            </a:pPr>
            <a:r>
              <a:rPr sz="2175" b="0">
                <a:solidFill>
                  <a:srgbClr val="111111"/>
                </a:solidFill>
                <a:latin typeface="Aptos"/>
                <a:ea typeface="Aptos"/>
                <a:cs typeface="Aptos"/>
              </a:rPr>
              <a:t>is another observation.</a:t>
            </a:r>
          </a:p>
        </p:txBody>
      </p:sp>
      <p:sp>
        <p:nvSpPr>
          <p:cNvPr id="16" name="Text">
            <a:extLst xmlns:a="http://schemas.openxmlformats.org/drawingml/2006/main">
              <a:ext uri="{FF2B5EF4-FFF2-40B4-BE49-F238E27FC236}">
                <a16:creationId xmlns:a16="http://schemas.microsoft.com/office/drawing/2014/main" id="{56096247-C516-440A-A380-875B662996E0}"/>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Key: 2 | 7 means 27 minutes. We can recover every value from this plot.</a:t>
            </a:r>
          </a:p>
        </p:txBody>
      </p:sp>
    </p:spTree>
    <p:extLst>
      <p:ext uri="{BB962C8B-B14F-4D97-AF65-F5344CB8AC3E}">
        <p14:creationId xmlns:p14="http://schemas.microsoft.com/office/powerpoint/2010/main" val="1111513183"/>
      </p:ext>
    </p:extLst>
  </p:cSld>
</p:sld>
</file>

<file path=ppt/slides/slide43.xml><?xml version="1.0" encoding="utf-8"?>
<p:sld xmlns:p="http://schemas.openxmlformats.org/presentationml/2006/main">
  <p:cSld>
    <p:spTree>
      <p:nvGrpSpPr>
        <p:cNvPr id="1" name=""/>
        <p:cNvGrpSpPr/>
        <p:nvPr/>
      </p:nvGrpSpPr>
      <p:grpSpPr>
        <a:xfrm xmlns:a="http://schemas.openxmlformats.org/drawingml/2006/main"/>
      </p:grpSpPr>
      <p:sp>
        <p:nvSpPr>
          <p:cNvPr id="40" name="Slide title">
            <a:extLst xmlns:a="http://schemas.openxmlformats.org/drawingml/2006/main">
              <a:ext uri="{FF2B5EF4-FFF2-40B4-BE49-F238E27FC236}">
                <a16:creationId xmlns:a16="http://schemas.microsoft.com/office/drawing/2014/main" id="{0D949D56-B159-4021-8DD1-E9E384C68F2F}"/>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Finding the middle pair</a:t>
            </a:r>
          </a:p>
        </p:txBody>
      </p:sp>
      <p:sp>
        <p:nvSpPr>
          <p:cNvPr id="2" name="Text">
            <a:extLst xmlns:a="http://schemas.openxmlformats.org/drawingml/2006/main">
              <a:ext uri="{FF2B5EF4-FFF2-40B4-BE49-F238E27FC236}">
                <a16:creationId xmlns:a16="http://schemas.microsoft.com/office/drawing/2014/main" id="{9A6D6BC3-1B7E-4442-98C5-B394D1DE59AC}"/>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There are 10 values, so the middle pair is in positions 5 and 6.</a:t>
            </a:r>
          </a:p>
        </p:txBody>
      </p:sp>
      <p:sp>
        <p:nvSpPr>
          <p:cNvPr id="3" name="Text">
            <a:extLst xmlns:a="http://schemas.openxmlformats.org/drawingml/2006/main">
              <a:ext uri="{FF2B5EF4-FFF2-40B4-BE49-F238E27FC236}">
                <a16:creationId xmlns:a16="http://schemas.microsoft.com/office/drawing/2014/main" id="{7C2FACC0-C00F-4F8D-B5F9-E1DBF723BA3B}"/>
              </a:ext>
            </a:extLst>
          </p:cNvPr>
          <p:cNvSpPr>
            <a:spLocks xmlns:a="http://schemas.openxmlformats.org/drawingml/2006/main" noGrp="1"/>
          </p:cNvSpPr>
          <p:nvPr/>
        </p:nvSpPr>
        <p:spPr>
          <a:xfrm xmlns:a="http://schemas.openxmlformats.org/drawingml/2006/main">
            <a:off x="571500" y="298132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111111"/>
                </a:solidFill>
                <a:latin typeface="Aptos"/>
                <a:ea typeface="Aptos"/>
                <a:cs typeface="Aptos"/>
              </a:defRPr>
            </a:pPr>
            <a:r>
              <a:rPr sz="1875" b="0">
                <a:solidFill>
                  <a:srgbClr val="111111"/>
                </a:solidFill>
                <a:latin typeface="Aptos"/>
                <a:ea typeface="Aptos"/>
                <a:cs typeface="Aptos"/>
              </a:rPr>
              <a:t>1</a:t>
            </a:r>
          </a:p>
        </p:txBody>
      </p:sp>
      <p:sp>
        <p:nvSpPr>
          <p:cNvPr id="4" name="Text">
            <a:extLst xmlns:a="http://schemas.openxmlformats.org/drawingml/2006/main">
              <a:ext uri="{FF2B5EF4-FFF2-40B4-BE49-F238E27FC236}">
                <a16:creationId xmlns:a16="http://schemas.microsoft.com/office/drawing/2014/main" id="{3AB68A28-8504-4B79-A470-20BAECA8F582}"/>
              </a:ext>
            </a:extLst>
          </p:cNvPr>
          <p:cNvSpPr>
            <a:spLocks xmlns:a="http://schemas.openxmlformats.org/drawingml/2006/main" noGrp="1"/>
          </p:cNvSpPr>
          <p:nvPr/>
        </p:nvSpPr>
        <p:spPr>
          <a:xfrm xmlns:a="http://schemas.openxmlformats.org/drawingml/2006/main">
            <a:off x="1666875" y="298132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111111"/>
                </a:solidFill>
                <a:latin typeface="Aptos"/>
                <a:ea typeface="Aptos"/>
                <a:cs typeface="Aptos"/>
              </a:defRPr>
            </a:pPr>
            <a:r>
              <a:rPr sz="1875" b="0">
                <a:solidFill>
                  <a:srgbClr val="111111"/>
                </a:solidFill>
                <a:latin typeface="Aptos"/>
                <a:ea typeface="Aptos"/>
                <a:cs typeface="Aptos"/>
              </a:rPr>
              <a:t>2</a:t>
            </a:r>
          </a:p>
        </p:txBody>
      </p:sp>
      <p:sp>
        <p:nvSpPr>
          <p:cNvPr id="5" name="Text">
            <a:extLst xmlns:a="http://schemas.openxmlformats.org/drawingml/2006/main">
              <a:ext uri="{FF2B5EF4-FFF2-40B4-BE49-F238E27FC236}">
                <a16:creationId xmlns:a16="http://schemas.microsoft.com/office/drawing/2014/main" id="{56900193-9C00-457A-ACD8-0CF9E81238A8}"/>
              </a:ext>
            </a:extLst>
          </p:cNvPr>
          <p:cNvSpPr>
            <a:spLocks xmlns:a="http://schemas.openxmlformats.org/drawingml/2006/main" noGrp="1"/>
          </p:cNvSpPr>
          <p:nvPr/>
        </p:nvSpPr>
        <p:spPr>
          <a:xfrm xmlns:a="http://schemas.openxmlformats.org/drawingml/2006/main">
            <a:off x="2762250" y="298132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111111"/>
                </a:solidFill>
                <a:latin typeface="Aptos"/>
                <a:ea typeface="Aptos"/>
                <a:cs typeface="Aptos"/>
              </a:defRPr>
            </a:pPr>
            <a:r>
              <a:rPr sz="1875" b="0">
                <a:solidFill>
                  <a:srgbClr val="111111"/>
                </a:solidFill>
                <a:latin typeface="Aptos"/>
                <a:ea typeface="Aptos"/>
                <a:cs typeface="Aptos"/>
              </a:rPr>
              <a:t>3</a:t>
            </a:r>
          </a:p>
        </p:txBody>
      </p:sp>
      <p:sp>
        <p:nvSpPr>
          <p:cNvPr id="6" name="Text">
            <a:extLst xmlns:a="http://schemas.openxmlformats.org/drawingml/2006/main">
              <a:ext uri="{FF2B5EF4-FFF2-40B4-BE49-F238E27FC236}">
                <a16:creationId xmlns:a16="http://schemas.microsoft.com/office/drawing/2014/main" id="{7EC43529-A1B7-4665-A8A2-3F753D94F604}"/>
              </a:ext>
            </a:extLst>
          </p:cNvPr>
          <p:cNvSpPr>
            <a:spLocks xmlns:a="http://schemas.openxmlformats.org/drawingml/2006/main" noGrp="1"/>
          </p:cNvSpPr>
          <p:nvPr/>
        </p:nvSpPr>
        <p:spPr>
          <a:xfrm xmlns:a="http://schemas.openxmlformats.org/drawingml/2006/main">
            <a:off x="3857625" y="298132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111111"/>
                </a:solidFill>
                <a:latin typeface="Aptos"/>
                <a:ea typeface="Aptos"/>
                <a:cs typeface="Aptos"/>
              </a:defRPr>
            </a:pPr>
            <a:r>
              <a:rPr sz="1875" b="0">
                <a:solidFill>
                  <a:srgbClr val="111111"/>
                </a:solidFill>
                <a:latin typeface="Aptos"/>
                <a:ea typeface="Aptos"/>
                <a:cs typeface="Aptos"/>
              </a:rPr>
              <a:t>4</a:t>
            </a:r>
          </a:p>
        </p:txBody>
      </p:sp>
      <p:sp>
        <p:nvSpPr>
          <p:cNvPr id="7" name="Text">
            <a:extLst xmlns:a="http://schemas.openxmlformats.org/drawingml/2006/main">
              <a:ext uri="{FF2B5EF4-FFF2-40B4-BE49-F238E27FC236}">
                <a16:creationId xmlns:a16="http://schemas.microsoft.com/office/drawing/2014/main" id="{DA106FAA-F7D3-446C-956C-74BA1757AEB0}"/>
              </a:ext>
            </a:extLst>
          </p:cNvPr>
          <p:cNvSpPr>
            <a:spLocks xmlns:a="http://schemas.openxmlformats.org/drawingml/2006/main" noGrp="1"/>
          </p:cNvSpPr>
          <p:nvPr/>
        </p:nvSpPr>
        <p:spPr>
          <a:xfrm xmlns:a="http://schemas.openxmlformats.org/drawingml/2006/main">
            <a:off x="4953000" y="298132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D6171D"/>
                </a:solidFill>
                <a:latin typeface="Aptos"/>
                <a:ea typeface="Aptos"/>
                <a:cs typeface="Aptos"/>
              </a:defRPr>
            </a:pPr>
            <a:r>
              <a:rPr sz="1875" b="1">
                <a:solidFill>
                  <a:srgbClr val="D6171D"/>
                </a:solidFill>
                <a:latin typeface="Aptos"/>
                <a:ea typeface="Aptos"/>
                <a:cs typeface="Aptos"/>
              </a:rPr>
              <a:t>5</a:t>
            </a:r>
          </a:p>
        </p:txBody>
      </p:sp>
      <p:sp>
        <p:nvSpPr>
          <p:cNvPr id="8" name="Text">
            <a:extLst xmlns:a="http://schemas.openxmlformats.org/drawingml/2006/main">
              <a:ext uri="{FF2B5EF4-FFF2-40B4-BE49-F238E27FC236}">
                <a16:creationId xmlns:a16="http://schemas.microsoft.com/office/drawing/2014/main" id="{0B8A33BF-ABFA-41F1-8BB5-18341C1FACF3}"/>
              </a:ext>
            </a:extLst>
          </p:cNvPr>
          <p:cNvSpPr>
            <a:spLocks xmlns:a="http://schemas.openxmlformats.org/drawingml/2006/main" noGrp="1"/>
          </p:cNvSpPr>
          <p:nvPr/>
        </p:nvSpPr>
        <p:spPr>
          <a:xfrm xmlns:a="http://schemas.openxmlformats.org/drawingml/2006/main">
            <a:off x="6048375" y="298132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1">
                <a:solidFill>
                  <a:srgbClr val="D6171D"/>
                </a:solidFill>
                <a:latin typeface="Aptos"/>
                <a:ea typeface="Aptos"/>
                <a:cs typeface="Aptos"/>
              </a:defRPr>
            </a:pPr>
            <a:r>
              <a:rPr sz="1875" b="1">
                <a:solidFill>
                  <a:srgbClr val="D6171D"/>
                </a:solidFill>
                <a:latin typeface="Aptos"/>
                <a:ea typeface="Aptos"/>
                <a:cs typeface="Aptos"/>
              </a:rPr>
              <a:t>6</a:t>
            </a:r>
          </a:p>
        </p:txBody>
      </p:sp>
      <p:sp>
        <p:nvSpPr>
          <p:cNvPr id="9" name="Text">
            <a:extLst xmlns:a="http://schemas.openxmlformats.org/drawingml/2006/main">
              <a:ext uri="{FF2B5EF4-FFF2-40B4-BE49-F238E27FC236}">
                <a16:creationId xmlns:a16="http://schemas.microsoft.com/office/drawing/2014/main" id="{D17A9925-0121-48DA-9C33-3A3F247B7F1C}"/>
              </a:ext>
            </a:extLst>
          </p:cNvPr>
          <p:cNvSpPr>
            <a:spLocks xmlns:a="http://schemas.openxmlformats.org/drawingml/2006/main" noGrp="1"/>
          </p:cNvSpPr>
          <p:nvPr/>
        </p:nvSpPr>
        <p:spPr>
          <a:xfrm xmlns:a="http://schemas.openxmlformats.org/drawingml/2006/main">
            <a:off x="7143750" y="298132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111111"/>
                </a:solidFill>
                <a:latin typeface="Aptos"/>
                <a:ea typeface="Aptos"/>
                <a:cs typeface="Aptos"/>
              </a:defRPr>
            </a:pPr>
            <a:r>
              <a:rPr sz="1875" b="0">
                <a:solidFill>
                  <a:srgbClr val="111111"/>
                </a:solidFill>
                <a:latin typeface="Aptos"/>
                <a:ea typeface="Aptos"/>
                <a:cs typeface="Aptos"/>
              </a:rPr>
              <a:t>7</a:t>
            </a:r>
          </a:p>
        </p:txBody>
      </p:sp>
      <p:sp>
        <p:nvSpPr>
          <p:cNvPr id="10" name="Text">
            <a:extLst xmlns:a="http://schemas.openxmlformats.org/drawingml/2006/main">
              <a:ext uri="{FF2B5EF4-FFF2-40B4-BE49-F238E27FC236}">
                <a16:creationId xmlns:a16="http://schemas.microsoft.com/office/drawing/2014/main" id="{2C04F4A4-BE87-4BFE-8949-041FF47B1BB5}"/>
              </a:ext>
            </a:extLst>
          </p:cNvPr>
          <p:cNvSpPr>
            <a:spLocks xmlns:a="http://schemas.openxmlformats.org/drawingml/2006/main" noGrp="1"/>
          </p:cNvSpPr>
          <p:nvPr/>
        </p:nvSpPr>
        <p:spPr>
          <a:xfrm xmlns:a="http://schemas.openxmlformats.org/drawingml/2006/main">
            <a:off x="8239125" y="298132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111111"/>
                </a:solidFill>
                <a:latin typeface="Aptos"/>
                <a:ea typeface="Aptos"/>
                <a:cs typeface="Aptos"/>
              </a:defRPr>
            </a:pPr>
            <a:r>
              <a:rPr sz="1875" b="0">
                <a:solidFill>
                  <a:srgbClr val="111111"/>
                </a:solidFill>
                <a:latin typeface="Aptos"/>
                <a:ea typeface="Aptos"/>
                <a:cs typeface="Aptos"/>
              </a:rPr>
              <a:t>8</a:t>
            </a:r>
          </a:p>
        </p:txBody>
      </p:sp>
      <p:sp>
        <p:nvSpPr>
          <p:cNvPr id="11" name="Text">
            <a:extLst xmlns:a="http://schemas.openxmlformats.org/drawingml/2006/main">
              <a:ext uri="{FF2B5EF4-FFF2-40B4-BE49-F238E27FC236}">
                <a16:creationId xmlns:a16="http://schemas.microsoft.com/office/drawing/2014/main" id="{B55A706F-6453-499E-9E95-178D4B9283BE}"/>
              </a:ext>
            </a:extLst>
          </p:cNvPr>
          <p:cNvSpPr>
            <a:spLocks xmlns:a="http://schemas.openxmlformats.org/drawingml/2006/main" noGrp="1"/>
          </p:cNvSpPr>
          <p:nvPr/>
        </p:nvSpPr>
        <p:spPr>
          <a:xfrm xmlns:a="http://schemas.openxmlformats.org/drawingml/2006/main">
            <a:off x="9334500" y="298132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111111"/>
                </a:solidFill>
                <a:latin typeface="Aptos"/>
                <a:ea typeface="Aptos"/>
                <a:cs typeface="Aptos"/>
              </a:defRPr>
            </a:pPr>
            <a:r>
              <a:rPr sz="1875" b="0">
                <a:solidFill>
                  <a:srgbClr val="111111"/>
                </a:solidFill>
                <a:latin typeface="Aptos"/>
                <a:ea typeface="Aptos"/>
                <a:cs typeface="Aptos"/>
              </a:rPr>
              <a:t>9</a:t>
            </a:r>
          </a:p>
        </p:txBody>
      </p:sp>
      <p:sp>
        <p:nvSpPr>
          <p:cNvPr id="12" name="Text">
            <a:extLst xmlns:a="http://schemas.openxmlformats.org/drawingml/2006/main">
              <a:ext uri="{FF2B5EF4-FFF2-40B4-BE49-F238E27FC236}">
                <a16:creationId xmlns:a16="http://schemas.microsoft.com/office/drawing/2014/main" id="{FBD62032-94E7-48D1-9D6B-AC8EF7D70024}"/>
              </a:ext>
            </a:extLst>
          </p:cNvPr>
          <p:cNvSpPr>
            <a:spLocks xmlns:a="http://schemas.openxmlformats.org/drawingml/2006/main" noGrp="1"/>
          </p:cNvSpPr>
          <p:nvPr/>
        </p:nvSpPr>
        <p:spPr>
          <a:xfrm xmlns:a="http://schemas.openxmlformats.org/drawingml/2006/main">
            <a:off x="10429875" y="2981325"/>
            <a:ext cx="1095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875" b="0">
                <a:solidFill>
                  <a:srgbClr val="111111"/>
                </a:solidFill>
                <a:latin typeface="Aptos"/>
                <a:ea typeface="Aptos"/>
                <a:cs typeface="Aptos"/>
              </a:defRPr>
            </a:pPr>
            <a:r>
              <a:rPr sz="1875" b="0">
                <a:solidFill>
                  <a:srgbClr val="111111"/>
                </a:solidFill>
                <a:latin typeface="Aptos"/>
                <a:ea typeface="Aptos"/>
                <a:cs typeface="Aptos"/>
              </a:rPr>
              <a:t>10</a:t>
            </a:r>
          </a:p>
        </p:txBody>
      </p:sp>
      <p:sp>
        <p:nvSpPr>
          <p:cNvPr id="13" name="Rectangle 12">
            <a:extLst xmlns:a="http://schemas.openxmlformats.org/drawingml/2006/main">
              <a:ext uri="{FF2B5EF4-FFF2-40B4-BE49-F238E27FC236}">
                <a16:creationId xmlns:a16="http://schemas.microsoft.com/office/drawing/2014/main" id="{4E167190-B803-4119-997E-082893E2C047}"/>
              </a:ext>
            </a:extLst>
          </p:cNvPr>
          <p:cNvSpPr>
            <a:spLocks xmlns:a="http://schemas.openxmlformats.org/drawingml/2006/main" noGrp="1"/>
          </p:cNvSpPr>
          <p:nvPr/>
        </p:nvSpPr>
        <p:spPr>
          <a:xfrm xmlns:a="http://schemas.openxmlformats.org/drawingml/2006/main">
            <a:off x="600075" y="3429000"/>
            <a:ext cx="1038225" cy="69532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4" name="Text">
            <a:extLst xmlns:a="http://schemas.openxmlformats.org/drawingml/2006/main">
              <a:ext uri="{FF2B5EF4-FFF2-40B4-BE49-F238E27FC236}">
                <a16:creationId xmlns:a16="http://schemas.microsoft.com/office/drawing/2014/main" id="{0859861F-BD12-4A8C-8B8E-D3FF10931AF7}"/>
              </a:ext>
            </a:extLst>
          </p:cNvPr>
          <p:cNvSpPr>
            <a:spLocks xmlns:a="http://schemas.openxmlformats.org/drawingml/2006/main" noGrp="1"/>
          </p:cNvSpPr>
          <p:nvPr/>
        </p:nvSpPr>
        <p:spPr>
          <a:xfrm xmlns:a="http://schemas.openxmlformats.org/drawingml/2006/main">
            <a:off x="619125" y="3429000"/>
            <a:ext cx="100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21</a:t>
            </a:r>
          </a:p>
        </p:txBody>
      </p:sp>
      <p:sp>
        <p:nvSpPr>
          <p:cNvPr id="15" name="Rectangle 14">
            <a:extLst xmlns:a="http://schemas.openxmlformats.org/drawingml/2006/main">
              <a:ext uri="{FF2B5EF4-FFF2-40B4-BE49-F238E27FC236}">
                <a16:creationId xmlns:a16="http://schemas.microsoft.com/office/drawing/2014/main" id="{F1DAA7FD-9B4C-4FC3-AC88-7DA557B33B6D}"/>
              </a:ext>
            </a:extLst>
          </p:cNvPr>
          <p:cNvSpPr>
            <a:spLocks xmlns:a="http://schemas.openxmlformats.org/drawingml/2006/main" noGrp="1"/>
          </p:cNvSpPr>
          <p:nvPr/>
        </p:nvSpPr>
        <p:spPr>
          <a:xfrm xmlns:a="http://schemas.openxmlformats.org/drawingml/2006/main">
            <a:off x="1695450" y="3429000"/>
            <a:ext cx="1038225" cy="69532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6" name="Text">
            <a:extLst xmlns:a="http://schemas.openxmlformats.org/drawingml/2006/main">
              <a:ext uri="{FF2B5EF4-FFF2-40B4-BE49-F238E27FC236}">
                <a16:creationId xmlns:a16="http://schemas.microsoft.com/office/drawing/2014/main" id="{E564CAB3-1340-4483-BA28-292EDB2B4455}"/>
              </a:ext>
            </a:extLst>
          </p:cNvPr>
          <p:cNvSpPr>
            <a:spLocks xmlns:a="http://schemas.openxmlformats.org/drawingml/2006/main" noGrp="1"/>
          </p:cNvSpPr>
          <p:nvPr/>
        </p:nvSpPr>
        <p:spPr>
          <a:xfrm xmlns:a="http://schemas.openxmlformats.org/drawingml/2006/main">
            <a:off x="1714500" y="3429000"/>
            <a:ext cx="100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24</a:t>
            </a:r>
          </a:p>
        </p:txBody>
      </p:sp>
      <p:sp>
        <p:nvSpPr>
          <p:cNvPr id="17" name="Rectangle 16">
            <a:extLst xmlns:a="http://schemas.openxmlformats.org/drawingml/2006/main">
              <a:ext uri="{FF2B5EF4-FFF2-40B4-BE49-F238E27FC236}">
                <a16:creationId xmlns:a16="http://schemas.microsoft.com/office/drawing/2014/main" id="{56E269DF-9489-46F0-BFE4-C23578662D2A}"/>
              </a:ext>
            </a:extLst>
          </p:cNvPr>
          <p:cNvSpPr>
            <a:spLocks xmlns:a="http://schemas.openxmlformats.org/drawingml/2006/main" noGrp="1"/>
          </p:cNvSpPr>
          <p:nvPr/>
        </p:nvSpPr>
        <p:spPr>
          <a:xfrm xmlns:a="http://schemas.openxmlformats.org/drawingml/2006/main">
            <a:off x="2790825" y="3429000"/>
            <a:ext cx="1038225" cy="69532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18" name="Text">
            <a:extLst xmlns:a="http://schemas.openxmlformats.org/drawingml/2006/main">
              <a:ext uri="{FF2B5EF4-FFF2-40B4-BE49-F238E27FC236}">
                <a16:creationId xmlns:a16="http://schemas.microsoft.com/office/drawing/2014/main" id="{B9DB3F48-9FA6-4C80-8DBF-5A3E9015A957}"/>
              </a:ext>
            </a:extLst>
          </p:cNvPr>
          <p:cNvSpPr>
            <a:spLocks xmlns:a="http://schemas.openxmlformats.org/drawingml/2006/main" noGrp="1"/>
          </p:cNvSpPr>
          <p:nvPr/>
        </p:nvSpPr>
        <p:spPr>
          <a:xfrm xmlns:a="http://schemas.openxmlformats.org/drawingml/2006/main">
            <a:off x="2809875" y="3429000"/>
            <a:ext cx="100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24</a:t>
            </a:r>
          </a:p>
        </p:txBody>
      </p:sp>
      <p:sp>
        <p:nvSpPr>
          <p:cNvPr id="19" name="Rectangle 18">
            <a:extLst xmlns:a="http://schemas.openxmlformats.org/drawingml/2006/main">
              <a:ext uri="{FF2B5EF4-FFF2-40B4-BE49-F238E27FC236}">
                <a16:creationId xmlns:a16="http://schemas.microsoft.com/office/drawing/2014/main" id="{8593736C-D60D-4A9C-B499-BF735E12ED7B}"/>
              </a:ext>
            </a:extLst>
          </p:cNvPr>
          <p:cNvSpPr>
            <a:spLocks xmlns:a="http://schemas.openxmlformats.org/drawingml/2006/main" noGrp="1"/>
          </p:cNvSpPr>
          <p:nvPr/>
        </p:nvSpPr>
        <p:spPr>
          <a:xfrm xmlns:a="http://schemas.openxmlformats.org/drawingml/2006/main">
            <a:off x="3886200" y="3429000"/>
            <a:ext cx="1038225" cy="69532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0" name="Text">
            <a:extLst xmlns:a="http://schemas.openxmlformats.org/drawingml/2006/main">
              <a:ext uri="{FF2B5EF4-FFF2-40B4-BE49-F238E27FC236}">
                <a16:creationId xmlns:a16="http://schemas.microsoft.com/office/drawing/2014/main" id="{120A8338-A008-46A2-A10B-B0C7B86D3F49}"/>
              </a:ext>
            </a:extLst>
          </p:cNvPr>
          <p:cNvSpPr>
            <a:spLocks xmlns:a="http://schemas.openxmlformats.org/drawingml/2006/main" noGrp="1"/>
          </p:cNvSpPr>
          <p:nvPr/>
        </p:nvSpPr>
        <p:spPr>
          <a:xfrm xmlns:a="http://schemas.openxmlformats.org/drawingml/2006/main">
            <a:off x="3905250" y="3429000"/>
            <a:ext cx="100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26</a:t>
            </a:r>
          </a:p>
        </p:txBody>
      </p:sp>
      <p:sp>
        <p:nvSpPr>
          <p:cNvPr id="21" name="Rectangle 20">
            <a:extLst xmlns:a="http://schemas.openxmlformats.org/drawingml/2006/main">
              <a:ext uri="{FF2B5EF4-FFF2-40B4-BE49-F238E27FC236}">
                <a16:creationId xmlns:a16="http://schemas.microsoft.com/office/drawing/2014/main" id="{5D935F63-8BE8-4BFC-B92D-9A47DBD41EF2}"/>
              </a:ext>
            </a:extLst>
          </p:cNvPr>
          <p:cNvSpPr>
            <a:spLocks xmlns:a="http://schemas.openxmlformats.org/drawingml/2006/main" noGrp="1"/>
          </p:cNvSpPr>
          <p:nvPr/>
        </p:nvSpPr>
        <p:spPr>
          <a:xfrm xmlns:a="http://schemas.openxmlformats.org/drawingml/2006/main">
            <a:off x="4981575" y="3429000"/>
            <a:ext cx="1038225" cy="695325"/>
          </a:xfrm>
          <a:prstGeom xmlns:a="http://schemas.openxmlformats.org/drawingml/2006/main" prst="rect">
            <a:avLst/>
          </a:prstGeom>
          <a:solidFill xmlns:a="http://schemas.openxmlformats.org/drawingml/2006/main">
            <a:srgbClr val="FADBDD"/>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2" name="Text">
            <a:extLst xmlns:a="http://schemas.openxmlformats.org/drawingml/2006/main">
              <a:ext uri="{FF2B5EF4-FFF2-40B4-BE49-F238E27FC236}">
                <a16:creationId xmlns:a16="http://schemas.microsoft.com/office/drawing/2014/main" id="{C1106508-D706-4747-B9CC-3BE647ADDE00}"/>
              </a:ext>
            </a:extLst>
          </p:cNvPr>
          <p:cNvSpPr>
            <a:spLocks xmlns:a="http://schemas.openxmlformats.org/drawingml/2006/main" noGrp="1"/>
          </p:cNvSpPr>
          <p:nvPr/>
        </p:nvSpPr>
        <p:spPr>
          <a:xfrm xmlns:a="http://schemas.openxmlformats.org/drawingml/2006/main">
            <a:off x="5000625" y="3429000"/>
            <a:ext cx="100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1">
                <a:solidFill>
                  <a:srgbClr val="111111"/>
                </a:solidFill>
                <a:latin typeface="Aptos"/>
                <a:ea typeface="Aptos"/>
                <a:cs typeface="Aptos"/>
              </a:defRPr>
            </a:pPr>
            <a:r>
              <a:rPr sz="2625" b="1">
                <a:solidFill>
                  <a:srgbClr val="111111"/>
                </a:solidFill>
                <a:latin typeface="Aptos"/>
                <a:ea typeface="Aptos"/>
                <a:cs typeface="Aptos"/>
              </a:rPr>
              <a:t>27</a:t>
            </a:r>
          </a:p>
        </p:txBody>
      </p:sp>
      <p:sp>
        <p:nvSpPr>
          <p:cNvPr id="23" name="Rectangle 22">
            <a:extLst xmlns:a="http://schemas.openxmlformats.org/drawingml/2006/main">
              <a:ext uri="{FF2B5EF4-FFF2-40B4-BE49-F238E27FC236}">
                <a16:creationId xmlns:a16="http://schemas.microsoft.com/office/drawing/2014/main" id="{80952C0A-E677-48D4-818D-A148E287B640}"/>
              </a:ext>
            </a:extLst>
          </p:cNvPr>
          <p:cNvSpPr>
            <a:spLocks xmlns:a="http://schemas.openxmlformats.org/drawingml/2006/main" noGrp="1"/>
          </p:cNvSpPr>
          <p:nvPr/>
        </p:nvSpPr>
        <p:spPr>
          <a:xfrm xmlns:a="http://schemas.openxmlformats.org/drawingml/2006/main">
            <a:off x="6076950" y="3429000"/>
            <a:ext cx="1038225" cy="695325"/>
          </a:xfrm>
          <a:prstGeom xmlns:a="http://schemas.openxmlformats.org/drawingml/2006/main" prst="rect">
            <a:avLst/>
          </a:prstGeom>
          <a:solidFill xmlns:a="http://schemas.openxmlformats.org/drawingml/2006/main">
            <a:srgbClr val="FADBDD"/>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4" name="Text">
            <a:extLst xmlns:a="http://schemas.openxmlformats.org/drawingml/2006/main">
              <a:ext uri="{FF2B5EF4-FFF2-40B4-BE49-F238E27FC236}">
                <a16:creationId xmlns:a16="http://schemas.microsoft.com/office/drawing/2014/main" id="{BB25B6A9-08C5-4A82-B591-5A052937028C}"/>
              </a:ext>
            </a:extLst>
          </p:cNvPr>
          <p:cNvSpPr>
            <a:spLocks xmlns:a="http://schemas.openxmlformats.org/drawingml/2006/main" noGrp="1"/>
          </p:cNvSpPr>
          <p:nvPr/>
        </p:nvSpPr>
        <p:spPr>
          <a:xfrm xmlns:a="http://schemas.openxmlformats.org/drawingml/2006/main">
            <a:off x="6096000" y="3429000"/>
            <a:ext cx="100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1">
                <a:solidFill>
                  <a:srgbClr val="111111"/>
                </a:solidFill>
                <a:latin typeface="Aptos"/>
                <a:ea typeface="Aptos"/>
                <a:cs typeface="Aptos"/>
              </a:defRPr>
            </a:pPr>
            <a:r>
              <a:rPr sz="2625" b="1">
                <a:solidFill>
                  <a:srgbClr val="111111"/>
                </a:solidFill>
                <a:latin typeface="Aptos"/>
                <a:ea typeface="Aptos"/>
                <a:cs typeface="Aptos"/>
              </a:rPr>
              <a:t>27</a:t>
            </a:r>
          </a:p>
        </p:txBody>
      </p:sp>
      <p:sp>
        <p:nvSpPr>
          <p:cNvPr id="25" name="Rectangle 24">
            <a:extLst xmlns:a="http://schemas.openxmlformats.org/drawingml/2006/main">
              <a:ext uri="{FF2B5EF4-FFF2-40B4-BE49-F238E27FC236}">
                <a16:creationId xmlns:a16="http://schemas.microsoft.com/office/drawing/2014/main" id="{9E85D4A3-5F79-49A0-B3F1-9E39C67E8974}"/>
              </a:ext>
            </a:extLst>
          </p:cNvPr>
          <p:cNvSpPr>
            <a:spLocks xmlns:a="http://schemas.openxmlformats.org/drawingml/2006/main" noGrp="1"/>
          </p:cNvSpPr>
          <p:nvPr/>
        </p:nvSpPr>
        <p:spPr>
          <a:xfrm xmlns:a="http://schemas.openxmlformats.org/drawingml/2006/main">
            <a:off x="7172325" y="3429000"/>
            <a:ext cx="1038225" cy="69532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6" name="Text">
            <a:extLst xmlns:a="http://schemas.openxmlformats.org/drawingml/2006/main">
              <a:ext uri="{FF2B5EF4-FFF2-40B4-BE49-F238E27FC236}">
                <a16:creationId xmlns:a16="http://schemas.microsoft.com/office/drawing/2014/main" id="{1429BBFD-E310-4A67-857F-16B0C86ABAA1}"/>
              </a:ext>
            </a:extLst>
          </p:cNvPr>
          <p:cNvSpPr>
            <a:spLocks xmlns:a="http://schemas.openxmlformats.org/drawingml/2006/main" noGrp="1"/>
          </p:cNvSpPr>
          <p:nvPr/>
        </p:nvSpPr>
        <p:spPr>
          <a:xfrm xmlns:a="http://schemas.openxmlformats.org/drawingml/2006/main">
            <a:off x="7191375" y="3429000"/>
            <a:ext cx="100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30</a:t>
            </a:r>
          </a:p>
        </p:txBody>
      </p:sp>
      <p:sp>
        <p:nvSpPr>
          <p:cNvPr id="27" name="Rectangle 26">
            <a:extLst xmlns:a="http://schemas.openxmlformats.org/drawingml/2006/main">
              <a:ext uri="{FF2B5EF4-FFF2-40B4-BE49-F238E27FC236}">
                <a16:creationId xmlns:a16="http://schemas.microsoft.com/office/drawing/2014/main" id="{DF4BE544-80C2-4318-893D-C1D3ACD20584}"/>
              </a:ext>
            </a:extLst>
          </p:cNvPr>
          <p:cNvSpPr>
            <a:spLocks xmlns:a="http://schemas.openxmlformats.org/drawingml/2006/main" noGrp="1"/>
          </p:cNvSpPr>
          <p:nvPr/>
        </p:nvSpPr>
        <p:spPr>
          <a:xfrm xmlns:a="http://schemas.openxmlformats.org/drawingml/2006/main">
            <a:off x="8267700" y="3429000"/>
            <a:ext cx="1038225" cy="69532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28" name="Text">
            <a:extLst xmlns:a="http://schemas.openxmlformats.org/drawingml/2006/main">
              <a:ext uri="{FF2B5EF4-FFF2-40B4-BE49-F238E27FC236}">
                <a16:creationId xmlns:a16="http://schemas.microsoft.com/office/drawing/2014/main" id="{3FDB0852-A0D6-4626-88DD-1B5537B2C36C}"/>
              </a:ext>
            </a:extLst>
          </p:cNvPr>
          <p:cNvSpPr>
            <a:spLocks xmlns:a="http://schemas.openxmlformats.org/drawingml/2006/main" noGrp="1"/>
          </p:cNvSpPr>
          <p:nvPr/>
        </p:nvSpPr>
        <p:spPr>
          <a:xfrm xmlns:a="http://schemas.openxmlformats.org/drawingml/2006/main">
            <a:off x="8286750" y="3429000"/>
            <a:ext cx="100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32</a:t>
            </a:r>
          </a:p>
        </p:txBody>
      </p:sp>
      <p:sp>
        <p:nvSpPr>
          <p:cNvPr id="29" name="Rectangle 28">
            <a:extLst xmlns:a="http://schemas.openxmlformats.org/drawingml/2006/main">
              <a:ext uri="{FF2B5EF4-FFF2-40B4-BE49-F238E27FC236}">
                <a16:creationId xmlns:a16="http://schemas.microsoft.com/office/drawing/2014/main" id="{15B95DD9-3435-409D-9FF5-14470B3DAF5E}"/>
              </a:ext>
            </a:extLst>
          </p:cNvPr>
          <p:cNvSpPr>
            <a:spLocks xmlns:a="http://schemas.openxmlformats.org/drawingml/2006/main" noGrp="1"/>
          </p:cNvSpPr>
          <p:nvPr/>
        </p:nvSpPr>
        <p:spPr>
          <a:xfrm xmlns:a="http://schemas.openxmlformats.org/drawingml/2006/main">
            <a:off x="9363075" y="3429000"/>
            <a:ext cx="1038225" cy="69532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0" name="Text">
            <a:extLst xmlns:a="http://schemas.openxmlformats.org/drawingml/2006/main">
              <a:ext uri="{FF2B5EF4-FFF2-40B4-BE49-F238E27FC236}">
                <a16:creationId xmlns:a16="http://schemas.microsoft.com/office/drawing/2014/main" id="{91861AFF-8F7B-4B95-9DA7-2108EAA10B00}"/>
              </a:ext>
            </a:extLst>
          </p:cNvPr>
          <p:cNvSpPr>
            <a:spLocks xmlns:a="http://schemas.openxmlformats.org/drawingml/2006/main" noGrp="1"/>
          </p:cNvSpPr>
          <p:nvPr/>
        </p:nvSpPr>
        <p:spPr>
          <a:xfrm xmlns:a="http://schemas.openxmlformats.org/drawingml/2006/main">
            <a:off x="9382125" y="3429000"/>
            <a:ext cx="100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38</a:t>
            </a:r>
          </a:p>
        </p:txBody>
      </p:sp>
      <p:sp>
        <p:nvSpPr>
          <p:cNvPr id="31" name="Rectangle 30">
            <a:extLst xmlns:a="http://schemas.openxmlformats.org/drawingml/2006/main">
              <a:ext uri="{FF2B5EF4-FFF2-40B4-BE49-F238E27FC236}">
                <a16:creationId xmlns:a16="http://schemas.microsoft.com/office/drawing/2014/main" id="{5195BC10-A177-46DA-97D4-4A9A6F7CC068}"/>
              </a:ext>
            </a:extLst>
          </p:cNvPr>
          <p:cNvSpPr>
            <a:spLocks xmlns:a="http://schemas.openxmlformats.org/drawingml/2006/main" noGrp="1"/>
          </p:cNvSpPr>
          <p:nvPr/>
        </p:nvSpPr>
        <p:spPr>
          <a:xfrm xmlns:a="http://schemas.openxmlformats.org/drawingml/2006/main">
            <a:off x="10458450" y="3429000"/>
            <a:ext cx="1038225" cy="695325"/>
          </a:xfrm>
          <a:prstGeom xmlns:a="http://schemas.openxmlformats.org/drawingml/2006/main" prst="rect">
            <a:avLst/>
          </a:prstGeom>
          <a:solidFill xmlns:a="http://schemas.openxmlformats.org/drawingml/2006/main">
            <a:srgbClr val="FFFFFF"/>
          </a:solidFill>
          <a:ln xmlns:a="http://schemas.openxmlformats.org/drawingml/2006/main" w="7620">
            <a:solidFill>
              <a:srgbClr val="D0D8DD"/>
            </a:solidFill>
          </a:ln>
        </p:spPr>
        <p:txBody>
          <a:bodyPr xmlns:a="http://schemas.openxmlformats.org/drawingml/2006/main"/>
          <a:lstStyle xmlns:a="http://schemas.openxmlformats.org/drawingml/2006/main"/>
          <a:p xmlns:a="http://schemas.openxmlformats.org/drawingml/2006/main">
            <a:endParaRPr/>
          </a:p>
        </p:txBody>
      </p:sp>
      <p:sp>
        <p:nvSpPr>
          <p:cNvPr id="32" name="Text">
            <a:extLst xmlns:a="http://schemas.openxmlformats.org/drawingml/2006/main">
              <a:ext uri="{FF2B5EF4-FFF2-40B4-BE49-F238E27FC236}">
                <a16:creationId xmlns:a16="http://schemas.microsoft.com/office/drawing/2014/main" id="{10E93E5D-70E3-420E-8466-B45D028A92DB}"/>
              </a:ext>
            </a:extLst>
          </p:cNvPr>
          <p:cNvSpPr>
            <a:spLocks xmlns:a="http://schemas.openxmlformats.org/drawingml/2006/main" noGrp="1"/>
          </p:cNvSpPr>
          <p:nvPr/>
        </p:nvSpPr>
        <p:spPr>
          <a:xfrm xmlns:a="http://schemas.openxmlformats.org/drawingml/2006/main">
            <a:off x="10477500" y="3429000"/>
            <a:ext cx="10001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ctr">
              <a:buNone/>
              <a:defRPr sz="2625" b="0">
                <a:solidFill>
                  <a:srgbClr val="111111"/>
                </a:solidFill>
                <a:latin typeface="Aptos"/>
                <a:ea typeface="Aptos"/>
                <a:cs typeface="Aptos"/>
              </a:defRPr>
            </a:pPr>
            <a:r>
              <a:rPr sz="2625" b="0">
                <a:solidFill>
                  <a:srgbClr val="111111"/>
                </a:solidFill>
                <a:latin typeface="Aptos"/>
                <a:ea typeface="Aptos"/>
                <a:cs typeface="Aptos"/>
              </a:rPr>
              <a:t>41</a:t>
            </a:r>
          </a:p>
        </p:txBody>
      </p:sp>
      <p:sp>
        <p:nvSpPr>
          <p:cNvPr id="33" name="Text">
            <a:extLst xmlns:a="http://schemas.openxmlformats.org/drawingml/2006/main">
              <a:ext uri="{FF2B5EF4-FFF2-40B4-BE49-F238E27FC236}">
                <a16:creationId xmlns:a16="http://schemas.microsoft.com/office/drawing/2014/main" id="{74D36D46-8275-47A4-AB7D-71BDB3C5BF66}"/>
              </a:ext>
            </a:extLst>
          </p:cNvPr>
          <p:cNvSpPr>
            <a:spLocks xmlns:a="http://schemas.openxmlformats.org/drawingml/2006/main" noGrp="1"/>
          </p:cNvSpPr>
          <p:nvPr/>
        </p:nvSpPr>
        <p:spPr>
          <a:xfrm xmlns:a="http://schemas.openxmlformats.org/drawingml/2006/main">
            <a:off x="619125" y="2628900"/>
            <a:ext cx="2381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111111"/>
                </a:solidFill>
                <a:latin typeface="Aptos"/>
                <a:ea typeface="Aptos"/>
                <a:cs typeface="Aptos"/>
              </a:defRPr>
            </a:pPr>
            <a:r>
              <a:rPr sz="1650" b="0">
                <a:solidFill>
                  <a:srgbClr val="111111"/>
                </a:solidFill>
                <a:latin typeface="Aptos"/>
                <a:ea typeface="Aptos"/>
                <a:cs typeface="Aptos"/>
              </a:rPr>
              <a:t>Position</a:t>
            </a:r>
          </a:p>
        </p:txBody>
      </p:sp>
      <p:sp>
        <p:nvSpPr>
          <p:cNvPr id="34" name="Text">
            <a:extLst xmlns:a="http://schemas.openxmlformats.org/drawingml/2006/main">
              <a:ext uri="{FF2B5EF4-FFF2-40B4-BE49-F238E27FC236}">
                <a16:creationId xmlns:a16="http://schemas.microsoft.com/office/drawing/2014/main" id="{E92266F7-18FC-49C5-B55F-A78A6781EDD8}"/>
              </a:ext>
            </a:extLst>
          </p:cNvPr>
          <p:cNvSpPr>
            <a:spLocks xmlns:a="http://schemas.openxmlformats.org/drawingml/2006/main" noGrp="1"/>
          </p:cNvSpPr>
          <p:nvPr/>
        </p:nvSpPr>
        <p:spPr>
          <a:xfrm xmlns:a="http://schemas.openxmlformats.org/drawingml/2006/main">
            <a:off x="619125" y="4695825"/>
            <a:ext cx="247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850" b="0">
                <a:solidFill>
                  <a:srgbClr val="111111"/>
                </a:solidFill>
                <a:latin typeface="Aptos"/>
                <a:ea typeface="Aptos"/>
                <a:cs typeface="Aptos"/>
              </a:defRPr>
            </a:pPr>
            <a:r>
              <a:rPr sz="2850" b="0">
                <a:solidFill>
                  <a:srgbClr val="111111"/>
                </a:solidFill>
                <a:latin typeface="Aptos"/>
                <a:ea typeface="Aptos"/>
                <a:cs typeface="Aptos"/>
              </a:rPr>
              <a:t>Median =</a:t>
            </a:r>
          </a:p>
        </p:txBody>
      </p:sp>
      <p:sp>
        <p:nvSpPr>
          <p:cNvPr id="35" name="Text">
            <a:extLst xmlns:a="http://schemas.openxmlformats.org/drawingml/2006/main">
              <a:ext uri="{FF2B5EF4-FFF2-40B4-BE49-F238E27FC236}">
                <a16:creationId xmlns:a16="http://schemas.microsoft.com/office/drawing/2014/main" id="{AD5E9F99-7090-4061-B996-18391C246EC5}"/>
              </a:ext>
            </a:extLst>
          </p:cNvPr>
          <p:cNvSpPr>
            <a:spLocks xmlns:a="http://schemas.openxmlformats.org/drawingml/2006/main" noGrp="1"/>
          </p:cNvSpPr>
          <p:nvPr/>
        </p:nvSpPr>
        <p:spPr>
          <a:xfrm xmlns:a="http://schemas.openxmlformats.org/drawingml/2006/main">
            <a:off x="3257550" y="4676775"/>
            <a:ext cx="2324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27 + 27</a:t>
            </a:r>
          </a:p>
        </p:txBody>
      </p:sp>
      <p:sp>
        <p:nvSpPr>
          <p:cNvPr id="36" name="Freeform 35">
            <a:extLst xmlns:a="http://schemas.openxmlformats.org/drawingml/2006/main">
              <a:ext uri="{FF2B5EF4-FFF2-40B4-BE49-F238E27FC236}">
                <a16:creationId xmlns:a16="http://schemas.microsoft.com/office/drawing/2014/main" id="{40A9A944-B6FF-4890-8E58-1FA7B73AE018}"/>
              </a:ext>
            </a:extLst>
          </p:cNvPr>
          <p:cNvSpPr>
            <a:spLocks xmlns:a="http://schemas.openxmlformats.org/drawingml/2006/main" noGrp="1"/>
          </p:cNvSpPr>
          <p:nvPr/>
        </p:nvSpPr>
        <p:spPr>
          <a:xfrm xmlns:a="http://schemas.openxmlformats.org/drawingml/2006/main">
            <a:off x="3257550" y="5124450"/>
            <a:ext cx="2324100" cy="953"/>
          </a:xfrm>
          <a:custGeom xmlns:a="http://schemas.openxmlformats.org/drawingml/2006/main">
            <a:rect l="0" t="0" r="0" b="0"/>
            <a:pathLst>
              <a:path w="2324100" h="953">
                <a:moveTo>
                  <a:pt x="0" y="0"/>
                </a:moveTo>
                <a:lnTo>
                  <a:pt x="232410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37" name="Text">
            <a:extLst xmlns:a="http://schemas.openxmlformats.org/drawingml/2006/main">
              <a:ext uri="{FF2B5EF4-FFF2-40B4-BE49-F238E27FC236}">
                <a16:creationId xmlns:a16="http://schemas.microsoft.com/office/drawing/2014/main" id="{FA09D71E-324E-4F7A-A8BC-C0FFEF861FB9}"/>
              </a:ext>
            </a:extLst>
          </p:cNvPr>
          <p:cNvSpPr>
            <a:spLocks xmlns:a="http://schemas.openxmlformats.org/drawingml/2006/main" noGrp="1"/>
          </p:cNvSpPr>
          <p:nvPr/>
        </p:nvSpPr>
        <p:spPr>
          <a:xfrm xmlns:a="http://schemas.openxmlformats.org/drawingml/2006/main">
            <a:off x="3257550" y="5191125"/>
            <a:ext cx="2324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925" b="0">
                <a:solidFill>
                  <a:srgbClr val="111111"/>
                </a:solidFill>
                <a:latin typeface="Aptos"/>
                <a:ea typeface="Aptos"/>
                <a:cs typeface="Aptos"/>
              </a:defRPr>
            </a:pPr>
            <a:r>
              <a:rPr sz="2925" b="0">
                <a:solidFill>
                  <a:srgbClr val="111111"/>
                </a:solidFill>
                <a:latin typeface="Aptos"/>
                <a:ea typeface="Aptos"/>
                <a:cs typeface="Aptos"/>
              </a:rPr>
              <a:t>2</a:t>
            </a:r>
          </a:p>
        </p:txBody>
      </p:sp>
      <p:sp>
        <p:nvSpPr>
          <p:cNvPr id="38" name="Text">
            <a:extLst xmlns:a="http://schemas.openxmlformats.org/drawingml/2006/main">
              <a:ext uri="{FF2B5EF4-FFF2-40B4-BE49-F238E27FC236}">
                <a16:creationId xmlns:a16="http://schemas.microsoft.com/office/drawing/2014/main" id="{1CB71798-9DB9-4F48-9890-DD768FFFF8FE}"/>
              </a:ext>
            </a:extLst>
          </p:cNvPr>
          <p:cNvSpPr>
            <a:spLocks xmlns:a="http://schemas.openxmlformats.org/drawingml/2006/main" noGrp="1"/>
          </p:cNvSpPr>
          <p:nvPr/>
        </p:nvSpPr>
        <p:spPr>
          <a:xfrm xmlns:a="http://schemas.openxmlformats.org/drawingml/2006/main">
            <a:off x="5934075" y="4695825"/>
            <a:ext cx="5429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225" b="1">
                <a:solidFill>
                  <a:srgbClr val="D6171D"/>
                </a:solidFill>
                <a:latin typeface="Aptos"/>
                <a:ea typeface="Aptos"/>
                <a:cs typeface="Aptos"/>
              </a:defRPr>
            </a:pPr>
            <a:r>
              <a:rPr sz="3225" b="1">
                <a:solidFill>
                  <a:srgbClr val="D6171D"/>
                </a:solidFill>
                <a:latin typeface="Aptos"/>
                <a:ea typeface="Aptos"/>
                <a:cs typeface="Aptos"/>
              </a:rPr>
              <a:t>= 27 minutes</a:t>
            </a:r>
          </a:p>
        </p:txBody>
      </p:sp>
      <p:sp>
        <p:nvSpPr>
          <p:cNvPr id="39" name="Text">
            <a:extLst xmlns:a="http://schemas.openxmlformats.org/drawingml/2006/main">
              <a:ext uri="{FF2B5EF4-FFF2-40B4-BE49-F238E27FC236}">
                <a16:creationId xmlns:a16="http://schemas.microsoft.com/office/drawing/2014/main" id="{0A763F7E-DF35-4D99-B12B-EE0DDB87904E}"/>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The two 27s are the 5th and 6th observations. Their positions make them the middle pair.</a:t>
            </a:r>
          </a:p>
        </p:txBody>
      </p:sp>
    </p:spTree>
    <p:extLst>
      <p:ext uri="{BB962C8B-B14F-4D97-AF65-F5344CB8AC3E}">
        <p14:creationId xmlns:p14="http://schemas.microsoft.com/office/powerpoint/2010/main" val="295093985"/>
      </p:ext>
    </p:extLst>
  </p:cSld>
</p:sld>
</file>

<file path=ppt/slides/slide44.xml><?xml version="1.0" encoding="utf-8"?>
<p:sld xmlns:p="http://schemas.openxmlformats.org/presentationml/2006/main">
  <p:cSld>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3C156F66-0524-4DCE-A923-E3A0F1183913}"/>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The key changes the meaning</a:t>
            </a:r>
          </a:p>
        </p:txBody>
      </p:sp>
      <p:sp>
        <p:nvSpPr>
          <p:cNvPr id="2" name="Text">
            <a:extLst xmlns:a="http://schemas.openxmlformats.org/drawingml/2006/main">
              <a:ext uri="{FF2B5EF4-FFF2-40B4-BE49-F238E27FC236}">
                <a16:creationId xmlns:a16="http://schemas.microsoft.com/office/drawing/2014/main" id="{B29669C6-CA4A-46F1-9772-B68E156A3A0A}"/>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Always read the key before interpreting the plot.</a:t>
            </a:r>
          </a:p>
        </p:txBody>
      </p:sp>
      <p:sp>
        <p:nvSpPr>
          <p:cNvPr id="3" name="Text">
            <a:extLst xmlns:a="http://schemas.openxmlformats.org/drawingml/2006/main">
              <a:ext uri="{FF2B5EF4-FFF2-40B4-BE49-F238E27FC236}">
                <a16:creationId xmlns:a16="http://schemas.microsoft.com/office/drawing/2014/main" id="{239C267B-33CE-4B31-9F30-EDE3B111DB9C}"/>
              </a:ext>
            </a:extLst>
          </p:cNvPr>
          <p:cNvSpPr>
            <a:spLocks xmlns:a="http://schemas.openxmlformats.org/drawingml/2006/main" noGrp="1"/>
          </p:cNvSpPr>
          <p:nvPr/>
        </p:nvSpPr>
        <p:spPr>
          <a:xfrm xmlns:a="http://schemas.openxmlformats.org/drawingml/2006/main">
            <a:off x="857250" y="3048000"/>
            <a:ext cx="3619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5400" b="1">
                <a:solidFill>
                  <a:srgbClr val="111111"/>
                </a:solidFill>
                <a:latin typeface="Aptos"/>
                <a:ea typeface="Aptos"/>
                <a:cs typeface="Aptos"/>
              </a:defRPr>
            </a:pPr>
            <a:r>
              <a:rPr sz="5400" b="1">
                <a:solidFill>
                  <a:srgbClr val="111111"/>
                </a:solidFill>
                <a:latin typeface="Aptos"/>
                <a:ea typeface="Aptos"/>
                <a:cs typeface="Aptos"/>
              </a:rPr>
              <a:t>2 | 8</a:t>
            </a:r>
          </a:p>
        </p:txBody>
      </p:sp>
      <p:sp>
        <p:nvSpPr>
          <p:cNvPr id="4" name="Text">
            <a:extLst xmlns:a="http://schemas.openxmlformats.org/drawingml/2006/main">
              <a:ext uri="{FF2B5EF4-FFF2-40B4-BE49-F238E27FC236}">
                <a16:creationId xmlns:a16="http://schemas.microsoft.com/office/drawing/2014/main" id="{2A384308-870B-4076-BC8A-A7D85BA42B0C}"/>
              </a:ext>
            </a:extLst>
          </p:cNvPr>
          <p:cNvSpPr>
            <a:spLocks xmlns:a="http://schemas.openxmlformats.org/drawingml/2006/main" noGrp="1"/>
          </p:cNvSpPr>
          <p:nvPr/>
        </p:nvSpPr>
        <p:spPr>
          <a:xfrm xmlns:a="http://schemas.openxmlformats.org/drawingml/2006/main">
            <a:off x="4810125" y="3190875"/>
            <a:ext cx="619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600" b="1">
                <a:solidFill>
                  <a:srgbClr val="D6171D"/>
                </a:solidFill>
                <a:latin typeface="Aptos"/>
                <a:ea typeface="Aptos"/>
                <a:cs typeface="Aptos"/>
              </a:defRPr>
            </a:pPr>
            <a:r>
              <a:rPr sz="3600" b="1">
                <a:solidFill>
                  <a:srgbClr val="D6171D"/>
                </a:solidFill>
                <a:latin typeface="Aptos"/>
                <a:ea typeface="Aptos"/>
                <a:cs typeface="Aptos"/>
              </a:rPr>
              <a:t>means 2.8 hours</a:t>
            </a:r>
          </a:p>
        </p:txBody>
      </p:sp>
      <p:sp>
        <p:nvSpPr>
          <p:cNvPr id="5" name="Text">
            <a:extLst xmlns:a="http://schemas.openxmlformats.org/drawingml/2006/main">
              <a:ext uri="{FF2B5EF4-FFF2-40B4-BE49-F238E27FC236}">
                <a16:creationId xmlns:a16="http://schemas.microsoft.com/office/drawing/2014/main" id="{FC546CD2-8CE0-4A29-A6D5-9C88CEDAD2F1}"/>
              </a:ext>
            </a:extLst>
          </p:cNvPr>
          <p:cNvSpPr>
            <a:spLocks xmlns:a="http://schemas.openxmlformats.org/drawingml/2006/main" noGrp="1"/>
          </p:cNvSpPr>
          <p:nvPr/>
        </p:nvSpPr>
        <p:spPr>
          <a:xfrm xmlns:a="http://schemas.openxmlformats.org/drawingml/2006/main">
            <a:off x="619125" y="4762500"/>
            <a:ext cx="1081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1">
                <a:solidFill>
                  <a:srgbClr val="111111"/>
                </a:solidFill>
                <a:latin typeface="Aptos"/>
                <a:ea typeface="Aptos"/>
                <a:cs typeface="Aptos"/>
              </a:defRPr>
            </a:pPr>
            <a:r>
              <a:rPr sz="3300" b="1">
                <a:solidFill>
                  <a:srgbClr val="111111"/>
                </a:solidFill>
                <a:latin typeface="Aptos"/>
                <a:ea typeface="Aptos"/>
                <a:cs typeface="Aptos"/>
              </a:rPr>
              <a:t>With this key, what does 11 | 2 mean?</a:t>
            </a:r>
          </a:p>
        </p:txBody>
      </p:sp>
      <p:sp>
        <p:nvSpPr>
          <p:cNvPr id="6" name="Text">
            <a:extLst xmlns:a="http://schemas.openxmlformats.org/drawingml/2006/main">
              <a:ext uri="{FF2B5EF4-FFF2-40B4-BE49-F238E27FC236}">
                <a16:creationId xmlns:a16="http://schemas.microsoft.com/office/drawing/2014/main" id="{A0BA9124-E0ED-42A0-850C-F13246396B0E}"/>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A stem can contain more than one digit. The leaf represents the tenths here.</a:t>
            </a:r>
          </a:p>
        </p:txBody>
      </p:sp>
    </p:spTree>
    <p:extLst>
      <p:ext uri="{BB962C8B-B14F-4D97-AF65-F5344CB8AC3E}">
        <p14:creationId xmlns:p14="http://schemas.microsoft.com/office/powerpoint/2010/main" val="558281955"/>
      </p:ext>
    </p:extLst>
  </p:cSld>
</p:sld>
</file>

<file path=ppt/slides/slide45.xml><?xml version="1.0" encoding="utf-8"?>
<p:sld xmlns:p="http://schemas.openxmlformats.org/presentationml/2006/main">
  <p:cSld>
    <p:spTree>
      <p:nvGrpSpPr>
        <p:cNvPr id="1" name=""/>
        <p:cNvGrpSpPr/>
        <p:nvPr/>
      </p:nvGrpSpPr>
      <p:grpSpPr>
        <a:xfrm xmlns:a="http://schemas.openxmlformats.org/drawingml/2006/main"/>
      </p:grpSpPr>
      <p:sp>
        <p:nvSpPr>
          <p:cNvPr id="9" name="Slide title">
            <a:extLst xmlns:a="http://schemas.openxmlformats.org/drawingml/2006/main">
              <a:ext uri="{FF2B5EF4-FFF2-40B4-BE49-F238E27FC236}">
                <a16:creationId xmlns:a16="http://schemas.microsoft.com/office/drawing/2014/main" id="{53523237-16BE-453F-A67D-7E4FB08029CB}"/>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Three quick checks</a:t>
            </a:r>
          </a:p>
        </p:txBody>
      </p:sp>
      <p:sp>
        <p:nvSpPr>
          <p:cNvPr id="2" name="Text">
            <a:extLst xmlns:a="http://schemas.openxmlformats.org/drawingml/2006/main">
              <a:ext uri="{FF2B5EF4-FFF2-40B4-BE49-F238E27FC236}">
                <a16:creationId xmlns:a16="http://schemas.microsoft.com/office/drawing/2014/main" id="{F99AE634-3274-460B-A3E2-16CBF393F92D}"/>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Work independently. Explain the final answer in one sentence.</a:t>
            </a:r>
          </a:p>
        </p:txBody>
      </p:sp>
      <p:sp>
        <p:nvSpPr>
          <p:cNvPr id="3" name="Rectangle 2">
            <a:extLst xmlns:a="http://schemas.openxmlformats.org/drawingml/2006/main">
              <a:ext uri="{FF2B5EF4-FFF2-40B4-BE49-F238E27FC236}">
                <a16:creationId xmlns:a16="http://schemas.microsoft.com/office/drawing/2014/main" id="{1B1E1928-BDF4-490C-AFFA-E605BC84426C}"/>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B8A7C704-7C64-485B-A5E5-5E2928E433EF}"/>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A7</a:t>
            </a:r>
          </a:p>
        </p:txBody>
      </p:sp>
      <p:sp>
        <p:nvSpPr>
          <p:cNvPr id="5" name="Text">
            <a:extLst xmlns:a="http://schemas.openxmlformats.org/drawingml/2006/main">
              <a:ext uri="{FF2B5EF4-FFF2-40B4-BE49-F238E27FC236}">
                <a16:creationId xmlns:a16="http://schemas.microsoft.com/office/drawing/2014/main" id="{28692E97-2AE8-4CF2-9201-B13A03C39608}"/>
              </a:ext>
            </a:extLst>
          </p:cNvPr>
          <p:cNvSpPr>
            <a:spLocks xmlns:a="http://schemas.openxmlformats.org/drawingml/2006/main" noGrp="1"/>
          </p:cNvSpPr>
          <p:nvPr/>
        </p:nvSpPr>
        <p:spPr>
          <a:xfrm xmlns:a="http://schemas.openxmlformats.org/drawingml/2006/main">
            <a:off x="619125" y="3000375"/>
            <a:ext cx="10906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1. What percentage is 4 out of 25?</a:t>
            </a:r>
          </a:p>
        </p:txBody>
      </p:sp>
      <p:sp>
        <p:nvSpPr>
          <p:cNvPr id="6" name="Text">
            <a:extLst xmlns:a="http://schemas.openxmlformats.org/drawingml/2006/main">
              <a:ext uri="{FF2B5EF4-FFF2-40B4-BE49-F238E27FC236}">
                <a16:creationId xmlns:a16="http://schemas.microsoft.com/office/drawing/2014/main" id="{F22C3DB6-6C7C-4A9D-8C53-166A3F160E89}"/>
              </a:ext>
            </a:extLst>
          </p:cNvPr>
          <p:cNvSpPr>
            <a:spLocks xmlns:a="http://schemas.openxmlformats.org/drawingml/2006/main" noGrp="1"/>
          </p:cNvSpPr>
          <p:nvPr/>
        </p:nvSpPr>
        <p:spPr>
          <a:xfrm xmlns:a="http://schemas.openxmlformats.org/drawingml/2006/main">
            <a:off x="619125" y="3943350"/>
            <a:ext cx="10906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2. What is the midpoint of 40 ≤ x &lt; 50?</a:t>
            </a:r>
          </a:p>
        </p:txBody>
      </p:sp>
      <p:sp>
        <p:nvSpPr>
          <p:cNvPr id="7" name="Text">
            <a:extLst xmlns:a="http://schemas.openxmlformats.org/drawingml/2006/main">
              <a:ext uri="{FF2B5EF4-FFF2-40B4-BE49-F238E27FC236}">
                <a16:creationId xmlns:a16="http://schemas.microsoft.com/office/drawing/2014/main" id="{36A8D31A-B563-4B06-BFE9-B5B857B9E71D}"/>
              </a:ext>
            </a:extLst>
          </p:cNvPr>
          <p:cNvSpPr>
            <a:spLocks xmlns:a="http://schemas.openxmlformats.org/drawingml/2006/main" noGrp="1"/>
          </p:cNvSpPr>
          <p:nvPr/>
        </p:nvSpPr>
        <p:spPr>
          <a:xfrm xmlns:a="http://schemas.openxmlformats.org/drawingml/2006/main">
            <a:off x="619125" y="4886325"/>
            <a:ext cx="109061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625" b="0">
                <a:solidFill>
                  <a:srgbClr val="111111"/>
                </a:solidFill>
                <a:latin typeface="Aptos"/>
                <a:ea typeface="Aptos"/>
                <a:cs typeface="Aptos"/>
              </a:defRPr>
            </a:pPr>
            <a:r>
              <a:rPr sz="2625" b="0">
                <a:solidFill>
                  <a:srgbClr val="111111"/>
                </a:solidFill>
                <a:latin typeface="Aptos"/>
                <a:ea typeface="Aptos"/>
                <a:cs typeface="Aptos"/>
              </a:rPr>
              <a:t>3. When would we estimate a mean using midpoints?</a:t>
            </a:r>
          </a:p>
        </p:txBody>
      </p:sp>
      <p:sp>
        <p:nvSpPr>
          <p:cNvPr id="8" name="Text">
            <a:extLst xmlns:a="http://schemas.openxmlformats.org/drawingml/2006/main">
              <a:ext uri="{FF2B5EF4-FFF2-40B4-BE49-F238E27FC236}">
                <a16:creationId xmlns:a16="http://schemas.microsoft.com/office/drawing/2014/main" id="{C6492FC5-1594-44C6-A0FA-F90B9DDBB432}"/>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3 minutes. Use the two interval boundaries for question 2.</a:t>
            </a:r>
          </a:p>
        </p:txBody>
      </p:sp>
    </p:spTree>
    <p:extLst>
      <p:ext uri="{BB962C8B-B14F-4D97-AF65-F5344CB8AC3E}">
        <p14:creationId xmlns:p14="http://schemas.microsoft.com/office/powerpoint/2010/main" val="354680205"/>
      </p:ext>
    </p:extLst>
  </p:cSld>
</p:sld>
</file>

<file path=ppt/slides/slide46.xml><?xml version="1.0" encoding="utf-8"?>
<p:sld xmlns:p="http://schemas.openxmlformats.org/presentationml/2006/main">
  <p:cSld>
    <p:spTree>
      <p:nvGrpSpPr>
        <p:cNvPr id="1" name=""/>
        <p:cNvGrpSpPr/>
        <p:nvPr/>
      </p:nvGrpSpPr>
      <p:grpSpPr>
        <a:xfrm xmlns:a="http://schemas.openxmlformats.org/drawingml/2006/main"/>
      </p:grpSpPr>
      <p:sp>
        <p:nvSpPr>
          <p:cNvPr id="17" name="Slide title">
            <a:extLst xmlns:a="http://schemas.openxmlformats.org/drawingml/2006/main">
              <a:ext uri="{FF2B5EF4-FFF2-40B4-BE49-F238E27FC236}">
                <a16:creationId xmlns:a16="http://schemas.microsoft.com/office/drawing/2014/main" id="{BC5B06A3-9F83-4731-A172-E5FB8EECD148}"/>
              </a:ext>
            </a:extLst>
          </p:cNvPr>
          <p:cNvSpPr>
            <a:spLocks xmlns:a="http://schemas.openxmlformats.org/drawingml/2006/main" noGrp="1"/>
          </p:cNvSpPr>
          <p:nvPr/>
        </p:nvSpPr>
        <p:spPr>
          <a:xfrm xmlns:a="http://schemas.openxmlformats.org/drawingml/2006/main">
            <a:off x="430816" y="1023080"/>
            <a:ext cx="1104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Answers and the link to Class B</a:t>
            </a:r>
          </a:p>
        </p:txBody>
      </p:sp>
      <p:sp>
        <p:nvSpPr>
          <p:cNvPr id="2" name="Text">
            <a:extLst xmlns:a="http://schemas.openxmlformats.org/drawingml/2006/main">
              <a:ext uri="{FF2B5EF4-FFF2-40B4-BE49-F238E27FC236}">
                <a16:creationId xmlns:a16="http://schemas.microsoft.com/office/drawing/2014/main" id="{4EC4424F-1561-4589-82A7-C48EDEFBBF55}"/>
              </a:ext>
            </a:extLst>
          </p:cNvPr>
          <p:cNvSpPr>
            <a:spLocks xmlns:a="http://schemas.openxmlformats.org/drawingml/2006/main" noGrp="1"/>
          </p:cNvSpPr>
          <p:nvPr/>
        </p:nvSpPr>
        <p:spPr>
          <a:xfrm xmlns:a="http://schemas.openxmlformats.org/drawingml/2006/main">
            <a:off x="523875" y="2000250"/>
            <a:ext cx="1104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Keep your grouped campaign table. We will use it to build graphs.</a:t>
            </a:r>
          </a:p>
        </p:txBody>
      </p:sp>
      <p:sp>
        <p:nvSpPr>
          <p:cNvPr id="3" name="Rectangle 2">
            <a:extLst xmlns:a="http://schemas.openxmlformats.org/drawingml/2006/main">
              <a:ext uri="{FF2B5EF4-FFF2-40B4-BE49-F238E27FC236}">
                <a16:creationId xmlns:a16="http://schemas.microsoft.com/office/drawing/2014/main" id="{51A9AA3D-05DB-4B66-B7EE-F1978539493E}"/>
              </a:ext>
            </a:extLst>
          </p:cNvPr>
          <p:cNvSpPr>
            <a:spLocks xmlns:a="http://schemas.openxmlformats.org/drawingml/2006/main" noGrp="1"/>
          </p:cNvSpPr>
          <p:nvPr/>
        </p:nvSpPr>
        <p:spPr>
          <a:xfrm xmlns:a="http://schemas.openxmlformats.org/drawingml/2006/main">
            <a:off x="9810750" y="457200"/>
            <a:ext cx="1762125" cy="361950"/>
          </a:xfrm>
          <a:prstGeom xmlns:a="http://schemas.openxmlformats.org/drawingml/2006/main" prst="rect">
            <a:avLst/>
          </a:prstGeom>
          <a:solidFill xmlns:a="http://schemas.openxmlformats.org/drawingml/2006/main">
            <a:srgbClr val="D6171D"/>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Text">
            <a:extLst xmlns:a="http://schemas.openxmlformats.org/drawingml/2006/main">
              <a:ext uri="{FF2B5EF4-FFF2-40B4-BE49-F238E27FC236}">
                <a16:creationId xmlns:a16="http://schemas.microsoft.com/office/drawing/2014/main" id="{3CD00EE2-EB28-4785-8012-26391B2423C4}"/>
              </a:ext>
            </a:extLst>
          </p:cNvPr>
          <p:cNvSpPr>
            <a:spLocks xmlns:a="http://schemas.openxmlformats.org/drawingml/2006/main" noGrp="1"/>
          </p:cNvSpPr>
          <p:nvPr/>
        </p:nvSpPr>
        <p:spPr>
          <a:xfrm xmlns:a="http://schemas.openxmlformats.org/drawingml/2006/main">
            <a:off x="9867900" y="457200"/>
            <a:ext cx="16478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buNone/>
              <a:defRPr sz="1800" b="1">
                <a:solidFill>
                  <a:srgbClr val="FFFFFF"/>
                </a:solidFill>
                <a:latin typeface="Aptos"/>
                <a:ea typeface="Aptos"/>
                <a:cs typeface="Aptos"/>
              </a:defRPr>
            </a:pPr>
            <a:r>
              <a:rPr sz="1800" b="1">
                <a:solidFill>
                  <a:srgbClr val="FFFFFF"/>
                </a:solidFill>
                <a:latin typeface="Aptos"/>
                <a:ea typeface="Aptos"/>
                <a:cs typeface="Aptos"/>
              </a:rPr>
              <a:t>Exercise A7</a:t>
            </a:r>
          </a:p>
        </p:txBody>
      </p:sp>
      <p:sp>
        <p:nvSpPr>
          <p:cNvPr id="5" name="Text">
            <a:extLst xmlns:a="http://schemas.openxmlformats.org/drawingml/2006/main">
              <a:ext uri="{FF2B5EF4-FFF2-40B4-BE49-F238E27FC236}">
                <a16:creationId xmlns:a16="http://schemas.microsoft.com/office/drawing/2014/main" id="{F05B3054-C8E2-4CB4-B889-76083E012F65}"/>
              </a:ext>
            </a:extLst>
          </p:cNvPr>
          <p:cNvSpPr>
            <a:spLocks xmlns:a="http://schemas.openxmlformats.org/drawingml/2006/main" noGrp="1"/>
          </p:cNvSpPr>
          <p:nvPr/>
        </p:nvSpPr>
        <p:spPr>
          <a:xfrm xmlns:a="http://schemas.openxmlformats.org/drawingml/2006/main">
            <a:off x="619125" y="2800350"/>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111111"/>
                </a:solidFill>
                <a:latin typeface="Aptos"/>
                <a:ea typeface="Aptos"/>
                <a:cs typeface="Aptos"/>
              </a:defRPr>
            </a:pPr>
            <a:r>
              <a:rPr sz="2700" b="1">
                <a:solidFill>
                  <a:srgbClr val="111111"/>
                </a:solidFill>
                <a:latin typeface="Aptos"/>
                <a:ea typeface="Aptos"/>
                <a:cs typeface="Aptos"/>
              </a:rPr>
              <a:t>1.</a:t>
            </a:r>
          </a:p>
        </p:txBody>
      </p:sp>
      <p:sp>
        <p:nvSpPr>
          <p:cNvPr id="6" name="Text">
            <a:extLst xmlns:a="http://schemas.openxmlformats.org/drawingml/2006/main">
              <a:ext uri="{FF2B5EF4-FFF2-40B4-BE49-F238E27FC236}">
                <a16:creationId xmlns:a16="http://schemas.microsoft.com/office/drawing/2014/main" id="{5EDBFE42-4A19-4FAB-A9BB-5C30EF16BAC3}"/>
              </a:ext>
            </a:extLst>
          </p:cNvPr>
          <p:cNvSpPr>
            <a:spLocks xmlns:a="http://schemas.openxmlformats.org/drawingml/2006/main" noGrp="1"/>
          </p:cNvSpPr>
          <p:nvPr/>
        </p:nvSpPr>
        <p:spPr>
          <a:xfrm xmlns:a="http://schemas.openxmlformats.org/drawingml/2006/main">
            <a:off x="1323975" y="28003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775" b="0">
                <a:solidFill>
                  <a:srgbClr val="111111"/>
                </a:solidFill>
                <a:latin typeface="Aptos"/>
                <a:ea typeface="Aptos"/>
                <a:cs typeface="Aptos"/>
              </a:defRPr>
            </a:pPr>
            <a:r>
              <a:rPr sz="2775" b="0">
                <a:solidFill>
                  <a:srgbClr val="111111"/>
                </a:solidFill>
                <a:latin typeface="Aptos"/>
                <a:ea typeface="Aptos"/>
                <a:cs typeface="Aptos"/>
              </a:rPr>
              <a:t>4</a:t>
            </a:r>
          </a:p>
        </p:txBody>
      </p:sp>
      <p:sp>
        <p:nvSpPr>
          <p:cNvPr id="7" name="Freeform 6">
            <a:extLst xmlns:a="http://schemas.openxmlformats.org/drawingml/2006/main">
              <a:ext uri="{FF2B5EF4-FFF2-40B4-BE49-F238E27FC236}">
                <a16:creationId xmlns:a16="http://schemas.microsoft.com/office/drawing/2014/main" id="{F17770CC-B644-46CD-B468-554D233EDBA2}"/>
              </a:ext>
            </a:extLst>
          </p:cNvPr>
          <p:cNvSpPr>
            <a:spLocks xmlns:a="http://schemas.openxmlformats.org/drawingml/2006/main" noGrp="1"/>
          </p:cNvSpPr>
          <p:nvPr/>
        </p:nvSpPr>
        <p:spPr>
          <a:xfrm xmlns:a="http://schemas.openxmlformats.org/drawingml/2006/main">
            <a:off x="1323975" y="3228975"/>
            <a:ext cx="800100" cy="953"/>
          </a:xfrm>
          <a:custGeom xmlns:a="http://schemas.openxmlformats.org/drawingml/2006/main">
            <a:rect l="0" t="0" r="0" b="0"/>
            <a:pathLst>
              <a:path w="800100" h="953">
                <a:moveTo>
                  <a:pt x="0" y="0"/>
                </a:moveTo>
                <a:lnTo>
                  <a:pt x="80010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8" name="Text">
            <a:extLst xmlns:a="http://schemas.openxmlformats.org/drawingml/2006/main">
              <a:ext uri="{FF2B5EF4-FFF2-40B4-BE49-F238E27FC236}">
                <a16:creationId xmlns:a16="http://schemas.microsoft.com/office/drawing/2014/main" id="{046D8B71-40EF-4EF4-A577-1708DE351EA0}"/>
              </a:ext>
            </a:extLst>
          </p:cNvPr>
          <p:cNvSpPr>
            <a:spLocks xmlns:a="http://schemas.openxmlformats.org/drawingml/2006/main" noGrp="1"/>
          </p:cNvSpPr>
          <p:nvPr/>
        </p:nvSpPr>
        <p:spPr>
          <a:xfrm xmlns:a="http://schemas.openxmlformats.org/drawingml/2006/main">
            <a:off x="1323975" y="32956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775" b="0">
                <a:solidFill>
                  <a:srgbClr val="111111"/>
                </a:solidFill>
                <a:latin typeface="Aptos"/>
                <a:ea typeface="Aptos"/>
                <a:cs typeface="Aptos"/>
              </a:defRPr>
            </a:pPr>
            <a:r>
              <a:rPr sz="2775" b="0">
                <a:solidFill>
                  <a:srgbClr val="111111"/>
                </a:solidFill>
                <a:latin typeface="Aptos"/>
                <a:ea typeface="Aptos"/>
                <a:cs typeface="Aptos"/>
              </a:rPr>
              <a:t>25</a:t>
            </a:r>
          </a:p>
        </p:txBody>
      </p:sp>
      <p:sp>
        <p:nvSpPr>
          <p:cNvPr id="9" name="Text">
            <a:extLst xmlns:a="http://schemas.openxmlformats.org/drawingml/2006/main">
              <a:ext uri="{FF2B5EF4-FFF2-40B4-BE49-F238E27FC236}">
                <a16:creationId xmlns:a16="http://schemas.microsoft.com/office/drawing/2014/main" id="{870932BE-1816-4C0A-8CB2-184FFA5B324E}"/>
              </a:ext>
            </a:extLst>
          </p:cNvPr>
          <p:cNvSpPr>
            <a:spLocks xmlns:a="http://schemas.openxmlformats.org/drawingml/2006/main" noGrp="1"/>
          </p:cNvSpPr>
          <p:nvPr/>
        </p:nvSpPr>
        <p:spPr>
          <a:xfrm xmlns:a="http://schemas.openxmlformats.org/drawingml/2006/main">
            <a:off x="2381250" y="2800350"/>
            <a:ext cx="781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150" b="1">
                <a:solidFill>
                  <a:srgbClr val="111111"/>
                </a:solidFill>
                <a:latin typeface="Aptos"/>
                <a:ea typeface="Aptos"/>
                <a:cs typeface="Aptos"/>
              </a:defRPr>
            </a:pPr>
            <a:r>
              <a:rPr sz="3150" b="1">
                <a:solidFill>
                  <a:srgbClr val="111111"/>
                </a:solidFill>
                <a:latin typeface="Aptos"/>
                <a:ea typeface="Aptos"/>
                <a:cs typeface="Aptos"/>
              </a:rPr>
              <a:t>× 100% = 16%</a:t>
            </a:r>
          </a:p>
        </p:txBody>
      </p:sp>
      <p:sp>
        <p:nvSpPr>
          <p:cNvPr id="10" name="Text">
            <a:extLst xmlns:a="http://schemas.openxmlformats.org/drawingml/2006/main">
              <a:ext uri="{FF2B5EF4-FFF2-40B4-BE49-F238E27FC236}">
                <a16:creationId xmlns:a16="http://schemas.microsoft.com/office/drawing/2014/main" id="{5A0EEA43-C86B-4476-B0AD-67079DCB8AA6}"/>
              </a:ext>
            </a:extLst>
          </p:cNvPr>
          <p:cNvSpPr>
            <a:spLocks xmlns:a="http://schemas.openxmlformats.org/drawingml/2006/main" noGrp="1"/>
          </p:cNvSpPr>
          <p:nvPr/>
        </p:nvSpPr>
        <p:spPr>
          <a:xfrm xmlns:a="http://schemas.openxmlformats.org/drawingml/2006/main">
            <a:off x="619125" y="4029075"/>
            <a:ext cx="57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2700" b="1">
                <a:solidFill>
                  <a:srgbClr val="111111"/>
                </a:solidFill>
                <a:latin typeface="Aptos"/>
                <a:ea typeface="Aptos"/>
                <a:cs typeface="Aptos"/>
              </a:defRPr>
            </a:pPr>
            <a:r>
              <a:rPr sz="2700" b="1">
                <a:solidFill>
                  <a:srgbClr val="111111"/>
                </a:solidFill>
                <a:latin typeface="Aptos"/>
                <a:ea typeface="Aptos"/>
                <a:cs typeface="Aptos"/>
              </a:rPr>
              <a:t>2.</a:t>
            </a:r>
          </a:p>
        </p:txBody>
      </p:sp>
      <p:sp>
        <p:nvSpPr>
          <p:cNvPr id="11" name="Text">
            <a:extLst xmlns:a="http://schemas.openxmlformats.org/drawingml/2006/main">
              <a:ext uri="{FF2B5EF4-FFF2-40B4-BE49-F238E27FC236}">
                <a16:creationId xmlns:a16="http://schemas.microsoft.com/office/drawing/2014/main" id="{B3D728E2-FE39-48C1-9CD5-2E5A88A8E188}"/>
              </a:ext>
            </a:extLst>
          </p:cNvPr>
          <p:cNvSpPr>
            <a:spLocks xmlns:a="http://schemas.openxmlformats.org/drawingml/2006/main" noGrp="1"/>
          </p:cNvSpPr>
          <p:nvPr/>
        </p:nvSpPr>
        <p:spPr>
          <a:xfrm xmlns:a="http://schemas.openxmlformats.org/drawingml/2006/main">
            <a:off x="1323975" y="4029075"/>
            <a:ext cx="2076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775" b="0">
                <a:solidFill>
                  <a:srgbClr val="111111"/>
                </a:solidFill>
                <a:latin typeface="Aptos"/>
                <a:ea typeface="Aptos"/>
                <a:cs typeface="Aptos"/>
              </a:defRPr>
            </a:pPr>
            <a:r>
              <a:rPr sz="2775" b="0">
                <a:solidFill>
                  <a:srgbClr val="111111"/>
                </a:solidFill>
                <a:latin typeface="Aptos"/>
                <a:ea typeface="Aptos"/>
                <a:cs typeface="Aptos"/>
              </a:rPr>
              <a:t>40 + 50</a:t>
            </a:r>
          </a:p>
        </p:txBody>
      </p:sp>
      <p:sp>
        <p:nvSpPr>
          <p:cNvPr id="12" name="Freeform 11">
            <a:extLst xmlns:a="http://schemas.openxmlformats.org/drawingml/2006/main">
              <a:ext uri="{FF2B5EF4-FFF2-40B4-BE49-F238E27FC236}">
                <a16:creationId xmlns:a16="http://schemas.microsoft.com/office/drawing/2014/main" id="{472BC0F7-93ED-4596-B670-6CB5A075B60F}"/>
              </a:ext>
            </a:extLst>
          </p:cNvPr>
          <p:cNvSpPr>
            <a:spLocks xmlns:a="http://schemas.openxmlformats.org/drawingml/2006/main" noGrp="1"/>
          </p:cNvSpPr>
          <p:nvPr/>
        </p:nvSpPr>
        <p:spPr>
          <a:xfrm xmlns:a="http://schemas.openxmlformats.org/drawingml/2006/main">
            <a:off x="1323975" y="4457700"/>
            <a:ext cx="2076450" cy="953"/>
          </a:xfrm>
          <a:custGeom xmlns:a="http://schemas.openxmlformats.org/drawingml/2006/main">
            <a:rect l="0" t="0" r="0" b="0"/>
            <a:pathLst>
              <a:path w="2076450" h="953">
                <a:moveTo>
                  <a:pt x="0" y="0"/>
                </a:moveTo>
                <a:lnTo>
                  <a:pt x="2076450" y="0"/>
                </a:lnTo>
              </a:path>
            </a:pathLst>
          </a:custGeom>
          <a:noFill xmlns:a="http://schemas.openxmlformats.org/drawingml/2006/main"/>
          <a:ln xmlns:a="http://schemas.openxmlformats.org/drawingml/2006/main" w="20955">
            <a:solidFill>
              <a:srgbClr val="111111"/>
            </a:solidFill>
          </a:ln>
        </p:spPr>
        <p:txBody>
          <a:bodyPr xmlns:a="http://schemas.openxmlformats.org/drawingml/2006/main"/>
          <a:lstStyle xmlns:a="http://schemas.openxmlformats.org/drawingml/2006/main"/>
          <a:p xmlns:a="http://schemas.openxmlformats.org/drawingml/2006/main">
            <a:endParaRPr/>
          </a:p>
        </p:txBody>
      </p:sp>
      <p:sp>
        <p:nvSpPr>
          <p:cNvPr id="13" name="Text">
            <a:extLst xmlns:a="http://schemas.openxmlformats.org/drawingml/2006/main">
              <a:ext uri="{FF2B5EF4-FFF2-40B4-BE49-F238E27FC236}">
                <a16:creationId xmlns:a16="http://schemas.microsoft.com/office/drawing/2014/main" id="{A6CF0DE6-33AA-4617-93A4-2073BA62889C}"/>
              </a:ext>
            </a:extLst>
          </p:cNvPr>
          <p:cNvSpPr>
            <a:spLocks xmlns:a="http://schemas.openxmlformats.org/drawingml/2006/main" noGrp="1"/>
          </p:cNvSpPr>
          <p:nvPr/>
        </p:nvSpPr>
        <p:spPr>
          <a:xfrm xmlns:a="http://schemas.openxmlformats.org/drawingml/2006/main">
            <a:off x="1323975" y="4524375"/>
            <a:ext cx="2076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775" b="0">
                <a:solidFill>
                  <a:srgbClr val="111111"/>
                </a:solidFill>
                <a:latin typeface="Aptos"/>
                <a:ea typeface="Aptos"/>
                <a:cs typeface="Aptos"/>
              </a:defRPr>
            </a:pPr>
            <a:r>
              <a:rPr sz="2775" b="0">
                <a:solidFill>
                  <a:srgbClr val="111111"/>
                </a:solidFill>
                <a:latin typeface="Aptos"/>
                <a:ea typeface="Aptos"/>
                <a:cs typeface="Aptos"/>
              </a:rPr>
              <a:t>2</a:t>
            </a:r>
          </a:p>
        </p:txBody>
      </p:sp>
      <p:sp>
        <p:nvSpPr>
          <p:cNvPr id="14" name="Text">
            <a:extLst xmlns:a="http://schemas.openxmlformats.org/drawingml/2006/main">
              <a:ext uri="{FF2B5EF4-FFF2-40B4-BE49-F238E27FC236}">
                <a16:creationId xmlns:a16="http://schemas.microsoft.com/office/drawing/2014/main" id="{8FA415A4-273E-4A4E-85D3-0E69EEE6B3A8}"/>
              </a:ext>
            </a:extLst>
          </p:cNvPr>
          <p:cNvSpPr>
            <a:spLocks xmlns:a="http://schemas.openxmlformats.org/drawingml/2006/main" noGrp="1"/>
          </p:cNvSpPr>
          <p:nvPr/>
        </p:nvSpPr>
        <p:spPr>
          <a:xfrm xmlns:a="http://schemas.openxmlformats.org/drawingml/2006/main">
            <a:off x="3705225" y="4029075"/>
            <a:ext cx="4381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3225" b="1">
                <a:solidFill>
                  <a:srgbClr val="111111"/>
                </a:solidFill>
                <a:latin typeface="Aptos"/>
                <a:ea typeface="Aptos"/>
                <a:cs typeface="Aptos"/>
              </a:defRPr>
            </a:pPr>
            <a:r>
              <a:rPr sz="3225" b="1">
                <a:solidFill>
                  <a:srgbClr val="111111"/>
                </a:solidFill>
                <a:latin typeface="Aptos"/>
                <a:ea typeface="Aptos"/>
                <a:cs typeface="Aptos"/>
              </a:rPr>
              <a:t>= 45</a:t>
            </a:r>
          </a:p>
        </p:txBody>
      </p:sp>
      <p:sp>
        <p:nvSpPr>
          <p:cNvPr id="15" name="Text">
            <a:extLst xmlns:a="http://schemas.openxmlformats.org/drawingml/2006/main">
              <a:ext uri="{FF2B5EF4-FFF2-40B4-BE49-F238E27FC236}">
                <a16:creationId xmlns:a16="http://schemas.microsoft.com/office/drawing/2014/main" id="{33A6A437-0415-4323-A95A-F7AA6928FFED}"/>
              </a:ext>
            </a:extLst>
          </p:cNvPr>
          <p:cNvSpPr>
            <a:spLocks xmlns:a="http://schemas.openxmlformats.org/drawingml/2006/main" noGrp="1"/>
          </p:cNvSpPr>
          <p:nvPr/>
        </p:nvSpPr>
        <p:spPr>
          <a:xfrm xmlns:a="http://schemas.openxmlformats.org/drawingml/2006/main">
            <a:off x="619125" y="5295900"/>
            <a:ext cx="10906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1">
                <a:solidFill>
                  <a:srgbClr val="111111"/>
                </a:solidFill>
                <a:latin typeface="Aptos"/>
                <a:ea typeface="Aptos"/>
                <a:cs typeface="Aptos"/>
              </a:defRPr>
            </a:pPr>
            <a:r>
              <a:rPr sz="2400" b="1">
                <a:solidFill>
                  <a:srgbClr val="111111"/>
                </a:solidFill>
                <a:latin typeface="Aptos"/>
                <a:ea typeface="Aptos"/>
                <a:cs typeface="Aptos"/>
              </a:rPr>
              <a:t>3. Use midpoints when only the grouped table is available.</a:t>
            </a:r>
          </a:p>
        </p:txBody>
      </p:sp>
      <p:sp>
        <p:nvSpPr>
          <p:cNvPr id="16" name="Text">
            <a:extLst xmlns:a="http://schemas.openxmlformats.org/drawingml/2006/main">
              <a:ext uri="{FF2B5EF4-FFF2-40B4-BE49-F238E27FC236}">
                <a16:creationId xmlns:a16="http://schemas.microsoft.com/office/drawing/2014/main" id="{6A2918F7-9029-47E3-9B12-550391639F9D}"/>
              </a:ext>
            </a:extLst>
          </p:cNvPr>
          <p:cNvSpPr>
            <a:spLocks xmlns:a="http://schemas.openxmlformats.org/drawingml/2006/main" noGrp="1"/>
          </p:cNvSpPr>
          <p:nvPr/>
        </p:nvSpPr>
        <p:spPr>
          <a:xfrm xmlns:a="http://schemas.openxmlformats.org/drawingml/2006/main">
            <a:off x="523875" y="5953125"/>
            <a:ext cx="1104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575" b="0">
                <a:solidFill>
                  <a:srgbClr val="111111"/>
                </a:solidFill>
                <a:latin typeface="Aptos"/>
                <a:ea typeface="Aptos"/>
                <a:cs typeface="Aptos"/>
              </a:defRPr>
            </a:pPr>
            <a:r>
              <a:rPr sz="1575" b="0">
                <a:solidFill>
                  <a:srgbClr val="111111"/>
                </a:solidFill>
                <a:latin typeface="Aptos"/>
                <a:ea typeface="Aptos"/>
                <a:cs typeface="Aptos"/>
              </a:rPr>
              <a:t>Follow-up: vacation bar/pie and decimal stem-and-leaf tasks. Class B adds distribution graphs.</a:t>
            </a:r>
          </a:p>
        </p:txBody>
      </p:sp>
    </p:spTree>
    <p:extLst>
      <p:ext uri="{BB962C8B-B14F-4D97-AF65-F5344CB8AC3E}">
        <p14:creationId xmlns:p14="http://schemas.microsoft.com/office/powerpoint/2010/main" val="935813734"/>
      </p:ext>
    </p:extLst>
  </p:cSld>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week4_update/ppt/slides/charts/_rels/chart1.xml.rels><Relationships xmlns="http://schemas.openxmlformats.org/package/2006/relationships"><Relationship Id="rIdChartSnapshot1" Type="http://schemas.openxmlformats.org/officeDocument/2006/relationships/package" Target="../../../../embeddings/chart-data-snapshot-001.xlsx"/></Relationships>
</file>

<file path=ppt/week4_update/ppt/slides/charts/_rels/chart2.xml.rels><Relationships xmlns="http://schemas.openxmlformats.org/package/2006/relationships"><Relationship Id="rIdChartSnapshot1" Type="http://schemas.openxmlformats.org/officeDocument/2006/relationships/package" Target="../../../../embeddings/chart-data-snapshot-002.xlsx"/></Relationships>
</file>

<file path=ppt/week4_update/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Frequency</c:v>
          </c:tx>
          <c:spPr>
            <a:solidFill xmlns:a="http://schemas.openxmlformats.org/drawingml/2006/main">
              <a:srgbClr val="D6171D"/>
            </a:solidFill>
            <a:ln xmlns:a="http://schemas.openxmlformats.org/drawingml/2006/main" w="14288">
              <a:solidFill>
                <a:srgbClr val="D6171D"/>
              </a:solidFill>
            </a:ln>
          </c:spPr>
          <c:cat>
            <c:strRef>
              <c:f>'Chart Data'!$A$2:$A$5</c:f>
              <c:strCache>
                <c:ptCount val="4"/>
                <c:pt idx="0">
                  <c:v>Noodles</c:v>
                </c:pt>
                <c:pt idx="1">
                  <c:v>Rice bowls</c:v>
                </c:pt>
                <c:pt idx="2">
                  <c:v>Sandwiches</c:v>
                </c:pt>
                <c:pt idx="3">
                  <c:v>Dumplings</c:v>
                </c:pt>
              </c:strCache>
            </c:strRef>
          </c:cat>
          <c:val>
            <c:numRef>
              <c:f>'Chart Data'!$B$2:$B$5</c:f>
              <c:numCache>
                <c:formatCode>General</c:formatCode>
                <c:ptCount val="4"/>
                <c:pt idx="0">
                  <c:v>12</c:v>
                </c:pt>
                <c:pt idx="1">
                  <c:v>10</c:v>
                </c:pt>
                <c:pt idx="2">
                  <c:v>8</c:v>
                </c:pt>
                <c:pt idx="3">
                  <c:v>10</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11111"/>
                  </a:solidFill>
                  <a:latin typeface="Aptos"/>
                  <a:ea typeface="Aptos"/>
                  <a:cs typeface="Apto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500">
                    <a:latin typeface="Aptos"/>
                    <a:ea typeface="Aptos"/>
                    <a:cs typeface="Aptos"/>
                  </a:rPr>
                  <a:t>Meal</a:t>
                </a:r>
              </a:p>
            </c:rich>
          </c:tx>
          <c:overlay val="0"/>
          <c:txPr>
            <a:bodyPr xmlns:a="http://schemas.openxmlformats.org/drawingml/2006/main" anchorCtr="1"/>
            <a:lstStyle xmlns:a="http://schemas.openxmlformats.org/drawingml/2006/main"/>
            <a:p xmlns:a="http://schemas.openxmlformats.org/drawingml/2006/main">
              <a:pPr>
                <a:defRPr sz="1500">
                  <a:latin typeface="Aptos"/>
                  <a:ea typeface="Aptos"/>
                  <a:cs typeface="Aptos"/>
                </a:defRPr>
              </a:pPr>
            </a:p>
          </c:txPr>
        </c:title>
        <c:numFmt formatCode="General"/>
        <c:majorTickMark val="none"/>
        <c:minorTickMark val="none"/>
        <c:spPr>
          <a:ln xmlns:a="http://schemas.openxmlformats.org/drawingml/2006/main" w="9525">
            <a:solidFill>
              <a:srgbClr val="111111"/>
            </a:solidFill>
          </a:ln>
        </c:spPr>
        <c:txPr>
          <a:bodyPr xmlns:a="http://schemas.openxmlformats.org/drawingml/2006/main" anchorCtr="1"/>
          <a:lstStyle xmlns:a="http://schemas.openxmlformats.org/drawingml/2006/main"/>
          <a:p xmlns:a="http://schemas.openxmlformats.org/drawingml/2006/main">
            <a:pPr>
              <a:defRPr sz="1500">
                <a:solidFill>
                  <a:srgbClr val="111111"/>
                </a:solidFill>
                <a:latin typeface="Aptos"/>
                <a:ea typeface="Aptos"/>
                <a:cs typeface="Aptos"/>
              </a:defRPr>
            </a:pPr>
          </a:p>
        </c:txPr>
        <c:crossAx val="48672768"/>
      </c:catAx>
      <c:valAx>
        <c:axId val="48672768"/>
        <c:scaling>
          <c:orientation val="minMax"/>
          <c:max val="14"/>
          <c:min val="0"/>
        </c:scaling>
        <c:delete val="0"/>
        <c:axPos val="l"/>
        <c:majorGridlines>
          <c:spPr>
            <a:ln xmlns:a="http://schemas.openxmlformats.org/drawingml/2006/main" w="5715">
              <a:solidFill>
                <a:srgbClr val="D4DDE4"/>
              </a:solidFill>
            </a:ln>
          </c:spPr>
        </c:majorGridlines>
        <c:title>
          <c:tx>
            <c:rich>
              <a:bodyPr xmlns:a="http://schemas.openxmlformats.org/drawingml/2006/main"/>
              <a:lstStyle xmlns:a="http://schemas.openxmlformats.org/drawingml/2006/main"/>
              <a:p xmlns:a="http://schemas.openxmlformats.org/drawingml/2006/main">
                <a:r>
                  <a:rPr sz="1500">
                    <a:latin typeface="Aptos"/>
                    <a:ea typeface="Aptos"/>
                    <a:cs typeface="Aptos"/>
                  </a:rPr>
                  <a:t>Students (frequency)</a:t>
                </a:r>
              </a:p>
            </c:rich>
          </c:tx>
          <c:overlay val="0"/>
          <c:txPr>
            <a:bodyPr xmlns:a="http://schemas.openxmlformats.org/drawingml/2006/main" anchorCtr="1"/>
            <a:lstStyle xmlns:a="http://schemas.openxmlformats.org/drawingml/2006/main"/>
            <a:p xmlns:a="http://schemas.openxmlformats.org/drawingml/2006/main">
              <a:pPr>
                <a:defRPr sz="1500">
                  <a:latin typeface="Aptos"/>
                  <a:ea typeface="Aptos"/>
                  <a:cs typeface="Aptos"/>
                </a:defRPr>
              </a:pPr>
            </a:p>
          </c:txPr>
        </c:title>
        <c:numFmt formatCode="General"/>
        <c:majorTickMark val="none"/>
        <c:minorTickMark val="none"/>
        <c:spPr>
          <a:ln xmlns:a="http://schemas.openxmlformats.org/drawingml/2006/main" w="9525">
            <a:solidFill>
              <a:srgbClr val="111111"/>
            </a:solidFill>
          </a:ln>
        </c:spPr>
        <c:txPr>
          <a:bodyPr xmlns:a="http://schemas.openxmlformats.org/drawingml/2006/main" anchorCtr="1"/>
          <a:lstStyle xmlns:a="http://schemas.openxmlformats.org/drawingml/2006/main"/>
          <a:p xmlns:a="http://schemas.openxmlformats.org/drawingml/2006/main">
            <a:pPr>
              <a:defRPr sz="1500">
                <a:solidFill>
                  <a:srgbClr val="111111"/>
                </a:solidFill>
                <a:latin typeface="Aptos"/>
                <a:ea typeface="Aptos"/>
                <a:cs typeface="Aptos"/>
              </a:defRPr>
            </a:pPr>
          </a:p>
        </c:txPr>
        <c:crossAx val="48650112"/>
        <c:crossBetween val="between"/>
        <c:majorUnit val="2"/>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externalData r:id="rIdChartSnapshot1">
    <c:autoUpdate val="0"/>
  </c:externalData>
</c:chartSpace>
</file>

<file path=ppt/week4_update/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Frequency</c:v>
          </c:tx>
          <c:spPr>
            <a:solidFill xmlns:a="http://schemas.openxmlformats.org/drawingml/2006/main">
              <a:srgbClr val="D6171D"/>
            </a:solidFill>
            <a:ln xmlns:a="http://schemas.openxmlformats.org/drawingml/2006/main" w="14288">
              <a:solidFill>
                <a:srgbClr val="D6171D"/>
              </a:solidFill>
            </a:ln>
          </c:spPr>
          <c:cat>
            <c:strRef>
              <c:f>'Chart Data'!$A$2:$A$5</c:f>
              <c:strCache>
                <c:ptCount val="4"/>
                <c:pt idx="0">
                  <c:v>Dumplings</c:v>
                </c:pt>
                <c:pt idx="1">
                  <c:v>Sandwiches</c:v>
                </c:pt>
                <c:pt idx="2">
                  <c:v>Rice bowls</c:v>
                </c:pt>
                <c:pt idx="3">
                  <c:v>Noodles</c:v>
                </c:pt>
              </c:strCache>
            </c:strRef>
          </c:cat>
          <c:val>
            <c:numRef>
              <c:f>'Chart Data'!$B$2:$B$5</c:f>
              <c:numCache>
                <c:formatCode>General</c:formatCode>
                <c:ptCount val="4"/>
                <c:pt idx="0">
                  <c:v>10</c:v>
                </c:pt>
                <c:pt idx="1">
                  <c:v>8</c:v>
                </c:pt>
                <c:pt idx="2">
                  <c:v>10</c:v>
                </c:pt>
                <c:pt idx="3">
                  <c:v>12</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11111"/>
                  </a:solidFill>
                  <a:latin typeface="Aptos"/>
                  <a:ea typeface="Aptos"/>
                  <a:cs typeface="Aptos"/>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title>
          <c:tx>
            <c:rich>
              <a:bodyPr xmlns:a="http://schemas.openxmlformats.org/drawingml/2006/main"/>
              <a:lstStyle xmlns:a="http://schemas.openxmlformats.org/drawingml/2006/main"/>
              <a:p xmlns:a="http://schemas.openxmlformats.org/drawingml/2006/main">
                <a:r>
                  <a:rPr sz="1500">
                    <a:latin typeface="Aptos"/>
                    <a:ea typeface="Aptos"/>
                    <a:cs typeface="Aptos"/>
                  </a:rPr>
                  <a:t>Meal</a:t>
                </a:r>
              </a:p>
            </c:rich>
          </c:tx>
          <c:overlay val="0"/>
          <c:txPr>
            <a:bodyPr xmlns:a="http://schemas.openxmlformats.org/drawingml/2006/main" anchorCtr="1"/>
            <a:lstStyle xmlns:a="http://schemas.openxmlformats.org/drawingml/2006/main"/>
            <a:p xmlns:a="http://schemas.openxmlformats.org/drawingml/2006/main">
              <a:pPr>
                <a:defRPr sz="1500">
                  <a:latin typeface="Aptos"/>
                  <a:ea typeface="Aptos"/>
                  <a:cs typeface="Aptos"/>
                </a:defRPr>
              </a:pPr>
            </a:p>
          </c:txPr>
        </c:title>
        <c:numFmt formatCode="General"/>
        <c:majorTickMark val="none"/>
        <c:minorTickMark val="none"/>
        <c:spPr>
          <a:ln xmlns:a="http://schemas.openxmlformats.org/drawingml/2006/main" w="9525">
            <a:solidFill>
              <a:srgbClr val="111111"/>
            </a:solidFill>
          </a:ln>
        </c:spPr>
        <c:txPr>
          <a:bodyPr xmlns:a="http://schemas.openxmlformats.org/drawingml/2006/main" anchorCtr="1"/>
          <a:lstStyle xmlns:a="http://schemas.openxmlformats.org/drawingml/2006/main"/>
          <a:p xmlns:a="http://schemas.openxmlformats.org/drawingml/2006/main">
            <a:pPr>
              <a:defRPr sz="1500">
                <a:solidFill>
                  <a:srgbClr val="111111"/>
                </a:solidFill>
                <a:latin typeface="Aptos"/>
                <a:ea typeface="Aptos"/>
                <a:cs typeface="Aptos"/>
              </a:defRPr>
            </a:pPr>
          </a:p>
        </c:txPr>
        <c:crossAx val="48672768"/>
      </c:catAx>
      <c:valAx>
        <c:axId val="48672768"/>
        <c:scaling>
          <c:orientation val="minMax"/>
          <c:max val="14"/>
          <c:min val="0"/>
        </c:scaling>
        <c:delete val="0"/>
        <c:axPos val="b"/>
        <c:majorGridlines>
          <c:spPr>
            <a:ln xmlns:a="http://schemas.openxmlformats.org/drawingml/2006/main" w="5715">
              <a:solidFill>
                <a:srgbClr val="D4DDE4"/>
              </a:solidFill>
            </a:ln>
          </c:spPr>
        </c:majorGridlines>
        <c:title>
          <c:tx>
            <c:rich>
              <a:bodyPr xmlns:a="http://schemas.openxmlformats.org/drawingml/2006/main"/>
              <a:lstStyle xmlns:a="http://schemas.openxmlformats.org/drawingml/2006/main"/>
              <a:p xmlns:a="http://schemas.openxmlformats.org/drawingml/2006/main">
                <a:r>
                  <a:rPr sz="1500">
                    <a:latin typeface="Aptos"/>
                    <a:ea typeface="Aptos"/>
                    <a:cs typeface="Aptos"/>
                  </a:rPr>
                  <a:t>Students (frequency)</a:t>
                </a:r>
              </a:p>
            </c:rich>
          </c:tx>
          <c:overlay val="0"/>
          <c:txPr>
            <a:bodyPr xmlns:a="http://schemas.openxmlformats.org/drawingml/2006/main" anchorCtr="1"/>
            <a:lstStyle xmlns:a="http://schemas.openxmlformats.org/drawingml/2006/main"/>
            <a:p xmlns:a="http://schemas.openxmlformats.org/drawingml/2006/main">
              <a:pPr>
                <a:defRPr sz="1500">
                  <a:latin typeface="Aptos"/>
                  <a:ea typeface="Aptos"/>
                  <a:cs typeface="Aptos"/>
                </a:defRPr>
              </a:pPr>
            </a:p>
          </c:txPr>
        </c:title>
        <c:numFmt formatCode="General"/>
        <c:majorTickMark val="none"/>
        <c:minorTickMark val="none"/>
        <c:spPr>
          <a:ln xmlns:a="http://schemas.openxmlformats.org/drawingml/2006/main" w="9525">
            <a:solidFill>
              <a:srgbClr val="111111"/>
            </a:solidFill>
          </a:ln>
        </c:spPr>
        <c:txPr>
          <a:bodyPr xmlns:a="http://schemas.openxmlformats.org/drawingml/2006/main" anchorCtr="1"/>
          <a:lstStyle xmlns:a="http://schemas.openxmlformats.org/drawingml/2006/main"/>
          <a:p xmlns:a="http://schemas.openxmlformats.org/drawingml/2006/main">
            <a:pPr>
              <a:defRPr sz="1500">
                <a:solidFill>
                  <a:srgbClr val="111111"/>
                </a:solidFill>
                <a:latin typeface="Aptos"/>
                <a:ea typeface="Aptos"/>
                <a:cs typeface="Aptos"/>
              </a:defRPr>
            </a:pPr>
          </a:p>
        </c:txPr>
        <c:crossAx val="48650112"/>
        <c:crossBetween val="between"/>
        <c:majorUnit val="2"/>
      </c:valAx>
      <c:spPr>
        <a:noFill xmlns:a="http://schemas.openxmlformats.org/drawingml/2006/main"/>
        <a:ln xmlns:a="http://schemas.openxmlformats.org/drawingml/2006/main">
          <a:noFill/>
        </a:ln>
      </c:spPr>
    </c:plotArea>
    <c:plotVisOnly val="1"/>
  </c:chart>
  <c:spPr>
    <a:noFill xmlns:a="http://schemas.openxmlformats.org/drawingml/2006/main"/>
    <a:ln xmlns:a="http://schemas.openxmlformats.org/drawingml/2006/main">
      <a:noFill/>
    </a:ln>
  </c:spPr>
  <c:externalData r:id="rIdChartSnapshot1">
    <c:autoUpdate val="0"/>
  </c:externalData>
</c:chartSpac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2026-09-10T08:45:18.5620000Z</dcterms:created>
  <dcterms:modified xsi:type="dcterms:W3CDTF">2026-09-10T08:45:18.5620000Z</dcterms:modified>
</coreProperties>
</file>